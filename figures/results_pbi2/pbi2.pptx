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F0E984-67FD-4A3D-B43B-9778945FA7E9}" v="62" dt="2026-05-22T14:47:45.6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Beckwitt" userId="bdca50846bee3b35" providerId="LiveId" clId="{77C57F99-3B40-463A-9855-34DA2A8048A2}"/>
    <pc:docChg chg="undo custSel addSld modSld">
      <pc:chgData name="David Beckwitt" userId="bdca50846bee3b35" providerId="LiveId" clId="{77C57F99-3B40-463A-9855-34DA2A8048A2}" dt="2026-05-22T16:14:01.227" v="367" actId="478"/>
      <pc:docMkLst>
        <pc:docMk/>
      </pc:docMkLst>
      <pc:sldChg chg="addSp delSp modSp new mod">
        <pc:chgData name="David Beckwitt" userId="bdca50846bee3b35" providerId="LiveId" clId="{77C57F99-3B40-463A-9855-34DA2A8048A2}" dt="2026-05-22T16:14:01.227" v="367" actId="478"/>
        <pc:sldMkLst>
          <pc:docMk/>
          <pc:sldMk cId="158718644" sldId="256"/>
        </pc:sldMkLst>
        <pc:spChg chg="add mod">
          <ac:chgData name="David Beckwitt" userId="bdca50846bee3b35" providerId="LiveId" clId="{77C57F99-3B40-463A-9855-34DA2A8048A2}" dt="2026-05-15T17:20:21.269" v="292" actId="207"/>
          <ac:spMkLst>
            <pc:docMk/>
            <pc:sldMk cId="158718644" sldId="256"/>
            <ac:spMk id="2" creationId="{8F9E615C-4055-8289-EA83-8BB97F9A5FC9}"/>
          </ac:spMkLst>
        </pc:spChg>
        <pc:spChg chg="add del mod ord">
          <ac:chgData name="David Beckwitt" userId="bdca50846bee3b35" providerId="LiveId" clId="{77C57F99-3B40-463A-9855-34DA2A8048A2}" dt="2026-05-22T14:47:43.939" v="350" actId="478"/>
          <ac:spMkLst>
            <pc:docMk/>
            <pc:sldMk cId="158718644" sldId="256"/>
            <ac:spMk id="3" creationId="{D952BE5D-CF64-ED39-BACB-D5BC3D5ED94D}"/>
          </ac:spMkLst>
        </pc:spChg>
        <pc:spChg chg="add mod">
          <ac:chgData name="David Beckwitt" userId="bdca50846bee3b35" providerId="LiveId" clId="{77C57F99-3B40-463A-9855-34DA2A8048A2}" dt="2026-05-15T17:20:55.115" v="310" actId="20577"/>
          <ac:spMkLst>
            <pc:docMk/>
            <pc:sldMk cId="158718644" sldId="256"/>
            <ac:spMk id="4" creationId="{261DCEA3-C6C4-E96D-66F9-D06E203D4AEB}"/>
          </ac:spMkLst>
        </pc:spChg>
        <pc:spChg chg="add mod">
          <ac:chgData name="David Beckwitt" userId="bdca50846bee3b35" providerId="LiveId" clId="{77C57F99-3B40-463A-9855-34DA2A8048A2}" dt="2026-05-15T17:21:09.742" v="315" actId="20577"/>
          <ac:spMkLst>
            <pc:docMk/>
            <pc:sldMk cId="158718644" sldId="256"/>
            <ac:spMk id="5" creationId="{2E2F986E-3F66-A838-5F1A-F40EC011F910}"/>
          </ac:spMkLst>
        </pc:spChg>
        <pc:spChg chg="add mod ord">
          <ac:chgData name="David Beckwitt" userId="bdca50846bee3b35" providerId="LiveId" clId="{77C57F99-3B40-463A-9855-34DA2A8048A2}" dt="2026-05-22T14:48:25.657" v="363" actId="171"/>
          <ac:spMkLst>
            <pc:docMk/>
            <pc:sldMk cId="158718644" sldId="256"/>
            <ac:spMk id="8" creationId="{A404AC99-EC48-5052-783A-E5486DA48F02}"/>
          </ac:spMkLst>
        </pc:spChg>
        <pc:spChg chg="add mod ord">
          <ac:chgData name="David Beckwitt" userId="bdca50846bee3b35" providerId="LiveId" clId="{77C57F99-3B40-463A-9855-34DA2A8048A2}" dt="2026-05-15T17:13:50.432" v="107" actId="1035"/>
          <ac:spMkLst>
            <pc:docMk/>
            <pc:sldMk cId="158718644" sldId="256"/>
            <ac:spMk id="38" creationId="{11530523-0101-A402-6D3C-54FD803CF4EE}"/>
          </ac:spMkLst>
        </pc:spChg>
        <pc:spChg chg="add mod">
          <ac:chgData name="David Beckwitt" userId="bdca50846bee3b35" providerId="LiveId" clId="{77C57F99-3B40-463A-9855-34DA2A8048A2}" dt="2026-05-15T17:15:34.583" v="207" actId="207"/>
          <ac:spMkLst>
            <pc:docMk/>
            <pc:sldMk cId="158718644" sldId="256"/>
            <ac:spMk id="39" creationId="{FED9189D-AE18-DB52-26EC-10B0779DE936}"/>
          </ac:spMkLst>
        </pc:spChg>
        <pc:spChg chg="add mod">
          <ac:chgData name="David Beckwitt" userId="bdca50846bee3b35" providerId="LiveId" clId="{77C57F99-3B40-463A-9855-34DA2A8048A2}" dt="2026-05-15T17:14:33.772" v="171" actId="1076"/>
          <ac:spMkLst>
            <pc:docMk/>
            <pc:sldMk cId="158718644" sldId="256"/>
            <ac:spMk id="40" creationId="{A4AF8CD0-7888-A497-FAF9-484EE278338F}"/>
          </ac:spMkLst>
        </pc:spChg>
        <pc:spChg chg="add mod">
          <ac:chgData name="David Beckwitt" userId="bdca50846bee3b35" providerId="LiveId" clId="{77C57F99-3B40-463A-9855-34DA2A8048A2}" dt="2026-05-22T14:48:17.169" v="362" actId="1076"/>
          <ac:spMkLst>
            <pc:docMk/>
            <pc:sldMk cId="158718644" sldId="256"/>
            <ac:spMk id="43" creationId="{ABDE7C0C-0A74-7CD8-CE1E-CAEBB616A528}"/>
          </ac:spMkLst>
        </pc:spChg>
        <pc:picChg chg="add del mod">
          <ac:chgData name="David Beckwitt" userId="bdca50846bee3b35" providerId="LiveId" clId="{77C57F99-3B40-463A-9855-34DA2A8048A2}" dt="2026-05-22T16:14:01.227" v="367" actId="478"/>
          <ac:picMkLst>
            <pc:docMk/>
            <pc:sldMk cId="158718644" sldId="256"/>
            <ac:picMk id="6" creationId="{D228A222-9C11-ECB3-29CC-E6891EDF7B76}"/>
          </ac:picMkLst>
        </pc:picChg>
        <pc:picChg chg="add mod topLvl">
          <ac:chgData name="David Beckwitt" userId="bdca50846bee3b35" providerId="LiveId" clId="{77C57F99-3B40-463A-9855-34DA2A8048A2}" dt="2026-05-22T14:48:14.526" v="361" actId="1076"/>
          <ac:picMkLst>
            <pc:docMk/>
            <pc:sldMk cId="158718644" sldId="256"/>
            <ac:picMk id="9" creationId="{1E8B0CFE-96B2-3011-B9D1-68693970533A}"/>
          </ac:picMkLst>
        </pc:picChg>
        <pc:picChg chg="add mod ord modCrop">
          <ac:chgData name="David Beckwitt" userId="bdca50846bee3b35" providerId="LiveId" clId="{77C57F99-3B40-463A-9855-34DA2A8048A2}" dt="2026-05-15T17:11:51.564" v="73" actId="1076"/>
          <ac:picMkLst>
            <pc:docMk/>
            <pc:sldMk cId="158718644" sldId="256"/>
            <ac:picMk id="18" creationId="{5660AB00-627F-FA6E-1DE7-A74C6930EED5}"/>
          </ac:picMkLst>
        </pc:picChg>
        <pc:cxnChg chg="add mod">
          <ac:chgData name="David Beckwitt" userId="bdca50846bee3b35" providerId="LiveId" clId="{77C57F99-3B40-463A-9855-34DA2A8048A2}" dt="2026-05-22T14:47:58.050" v="355" actId="14100"/>
          <ac:cxnSpMkLst>
            <pc:docMk/>
            <pc:sldMk cId="158718644" sldId="256"/>
            <ac:cxnSpMk id="7" creationId="{8321BEC1-98E0-145C-72BD-773B9E9B7980}"/>
          </ac:cxnSpMkLst>
        </pc:cxnChg>
        <pc:cxnChg chg="add mod">
          <ac:chgData name="David Beckwitt" userId="bdca50846bee3b35" providerId="LiveId" clId="{77C57F99-3B40-463A-9855-34DA2A8048A2}" dt="2026-05-22T14:48:14.526" v="361" actId="1076"/>
          <ac:cxnSpMkLst>
            <pc:docMk/>
            <pc:sldMk cId="158718644" sldId="256"/>
            <ac:cxnSpMk id="20" creationId="{1414DFE3-BC96-1743-43EE-CD1A76E3917D}"/>
          </ac:cxnSpMkLst>
        </pc:cxnChg>
        <pc:cxnChg chg="add mod">
          <ac:chgData name="David Beckwitt" userId="bdca50846bee3b35" providerId="LiveId" clId="{77C57F99-3B40-463A-9855-34DA2A8048A2}" dt="2026-05-15T17:13:25.627" v="96" actId="1076"/>
          <ac:cxnSpMkLst>
            <pc:docMk/>
            <pc:sldMk cId="158718644" sldId="256"/>
            <ac:cxnSpMk id="22" creationId="{A2A5EEDF-F111-F3BF-FE68-6B7D96DA4B5E}"/>
          </ac:cxnSpMkLst>
        </pc:cxnChg>
        <pc:cxnChg chg="add del mod">
          <ac:chgData name="David Beckwitt" userId="bdca50846bee3b35" providerId="LiveId" clId="{77C57F99-3B40-463A-9855-34DA2A8048A2}" dt="2026-05-22T14:47:45.377" v="351" actId="478"/>
          <ac:cxnSpMkLst>
            <pc:docMk/>
            <pc:sldMk cId="158718644" sldId="256"/>
            <ac:cxnSpMk id="42" creationId="{D8647960-945A-9EA7-C1FE-5EAE213E124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F46C3-D68D-3119-70B2-4F8BB2276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0F04A-615A-6980-FD64-6AF9202DA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4900D-81C0-0104-4924-0D8C4EDD2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F303-57ED-490C-BE0F-FEFFCE9B03E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CD548-152F-84E6-58C3-B05D17E5B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B4DEE-B5FD-352C-3A9E-22F97723A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95CD-6FBB-42DB-BA3C-9C895820E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39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1DBB-8B04-DDAE-096F-66F1543E8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5CD6C-C353-FDF5-E768-1F9A2BAC9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1F6E7-FE6E-ACF6-13E0-07359CC25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F303-57ED-490C-BE0F-FEFFCE9B03E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EEC21-27BF-CB2C-13F9-14A0BDC01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7FF4E-FE64-3865-E238-8FC99C2B7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95CD-6FBB-42DB-BA3C-9C895820E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14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DD24D-3233-A76E-E3F9-6BA67FEE2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5F4B7-66F9-692E-EAC7-94B898CC9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07A95-FC84-9E4A-D8AC-1AB996F8B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F303-57ED-490C-BE0F-FEFFCE9B03E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E437-C338-822B-4859-65EFEF01C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37941-B348-D520-F814-8B8644C2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95CD-6FBB-42DB-BA3C-9C895820E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84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3C494-F40C-BCB2-E544-E8F106414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739DF-5FB0-DFC1-8A85-22CD59A938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07CED-C1A5-FCDF-5E0B-503DFC808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6FFB9-BED7-358F-67A5-4A6909F4E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F303-57ED-490C-BE0F-FEFFCE9B03E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2AEFB-69A9-7B6D-C7F6-C5FB5FA33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E5F488-20C7-4FEF-8FEB-4D4F6267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95CD-6FBB-42DB-BA3C-9C895820E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35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E97EA-0013-C740-18DB-AB037486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8224A-20D7-20AF-19E9-0A66901FE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66551-81C1-7846-CFC3-A44853A2C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18E55D-F8D9-2BE7-368C-B46CD999A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C2E992-9D6D-3709-72F0-C9DD3A4A02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40BCCA-3B9F-1485-666A-6A4BAECE8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F303-57ED-490C-BE0F-FEFFCE9B03E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26FF2C-2A65-F7CA-8E9E-09CE3380B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04C671-912C-061D-D540-21F497465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95CD-6FBB-42DB-BA3C-9C895820E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281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3835C-0BE8-0F80-7204-52CC951A5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A0E212-3E53-56DD-8A7E-45B64C5E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F303-57ED-490C-BE0F-FEFFCE9B03E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F79D1E-D912-E401-547D-03E74CE67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7C9B9-CA6E-8E8F-A250-86A676B21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95CD-6FBB-42DB-BA3C-9C895820E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8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564CEE-6FA6-7CBB-4C23-FF1F82412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F303-57ED-490C-BE0F-FEFFCE9B03E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803A5C-E5FD-A729-15C1-61FAF458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F43B3-2CF6-9448-8C00-47A18E670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95CD-6FBB-42DB-BA3C-9C895820E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9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433F1-4815-6E46-5DB7-A4BC916A2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92CBD-C43E-BAB5-A901-45267E5C2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542885-2D83-46A4-860A-DB4298658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FAA5E-8462-89C6-0BC0-6505DE585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F303-57ED-490C-BE0F-FEFFCE9B03E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3885D-8FB9-18C9-6260-B60ABB0C5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9E157-AE2D-D3B6-3AD0-D066A2041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95CD-6FBB-42DB-BA3C-9C895820E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94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4A885-FA95-44D9-1934-C5BBE4A74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9694A8-D84B-DA95-4E66-8B26A4C61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BC895-FB64-B5DB-4D6A-D87816BD9D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C8FC3B-EB0D-F5D1-0250-96A0BEC43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F303-57ED-490C-BE0F-FEFFCE9B03E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3C34B-589E-0653-A6D3-0C84D3AF1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C07A7-1044-77D3-CB97-B69E75A8F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95CD-6FBB-42DB-BA3C-9C895820E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88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F6467-39DC-75DB-8521-B5AB4B71C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F3459-8B8F-0F2F-4849-C328843D3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964DA-422B-0843-4CC9-723CBA555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F303-57ED-490C-BE0F-FEFFCE9B03E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4A298-A17E-1F3A-4D03-9671842FA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E55CA-C6C8-4B0D-66B1-906C67277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95CD-6FBB-42DB-BA3C-9C895820E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00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575A9E-AAF3-14CB-47ED-6AF596A294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8BE8EA-2E7E-5803-5D51-45AB02655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D8543-FFC2-8138-9FB7-FC2369A57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F303-57ED-490C-BE0F-FEFFCE9B03E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BAECE-647F-6ED3-7BE8-6008D2CF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43D3A-6B03-D6AE-256D-CF39A4B7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95CD-6FBB-42DB-BA3C-9C895820E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52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A29A74-E706-3D76-6BDC-55D0D1673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E1FC2-6E5B-3A09-1D8E-963BC1077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72668-0C45-80C0-2BDC-6245EB75B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6BF303-57ED-490C-BE0F-FEFFCE9B03E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03C75-A6B9-2111-158E-07B455ECA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D0BF2-4B4C-CAB8-2624-3087ED0E8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E395CD-6FBB-42DB-BA3C-9C895820E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57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11530523-0101-A402-6D3C-54FD803CF4EE}"/>
              </a:ext>
            </a:extLst>
          </p:cNvPr>
          <p:cNvSpPr/>
          <p:nvPr/>
        </p:nvSpPr>
        <p:spPr>
          <a:xfrm>
            <a:off x="2749550" y="1631951"/>
            <a:ext cx="1543050" cy="2311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660AB00-627F-FA6E-1DE7-A74C6930EE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652"/>
          <a:stretch>
            <a:fillRect/>
          </a:stretch>
        </p:blipFill>
        <p:spPr>
          <a:xfrm>
            <a:off x="4324350" y="1435834"/>
            <a:ext cx="3390899" cy="27130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8B0CFE-96B2-3011-B9D1-6869397053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438981" y="2094691"/>
            <a:ext cx="2189836" cy="1395365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14DFE3-BC96-1743-43EE-CD1A76E3917D}"/>
              </a:ext>
            </a:extLst>
          </p:cNvPr>
          <p:cNvCxnSpPr>
            <a:cxnSpLocks/>
            <a:endCxn id="9" idx="3"/>
          </p:cNvCxnSpPr>
          <p:nvPr/>
        </p:nvCxnSpPr>
        <p:spPr>
          <a:xfrm flipH="1" flipV="1">
            <a:off x="3533899" y="3887292"/>
            <a:ext cx="892051" cy="1259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2A5EEDF-F111-F3BF-FE68-6B7D96DA4B5E}"/>
              </a:ext>
            </a:extLst>
          </p:cNvPr>
          <p:cNvCxnSpPr>
            <a:cxnSpLocks/>
          </p:cNvCxnSpPr>
          <p:nvPr/>
        </p:nvCxnSpPr>
        <p:spPr>
          <a:xfrm flipH="1" flipV="1">
            <a:off x="4237932" y="2189491"/>
            <a:ext cx="194368" cy="711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ED9189D-AE18-DB52-26EC-10B0779DE936}"/>
                  </a:ext>
                </a:extLst>
              </p:cNvPr>
              <p:cNvSpPr txBox="1"/>
              <p:nvPr/>
            </p:nvSpPr>
            <p:spPr>
              <a:xfrm>
                <a:off x="4536601" y="1435834"/>
                <a:ext cx="24628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dirty="0">
                    <a:solidFill>
                      <a:schemeClr val="bg1"/>
                    </a:solidFill>
                  </a:rPr>
                  <a:t>Detector Image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𝑃𝑏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ED9189D-AE18-DB52-26EC-10B0779DE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6601" y="1435834"/>
                <a:ext cx="2462854" cy="369332"/>
              </a:xfrm>
              <a:prstGeom prst="rect">
                <a:avLst/>
              </a:prstGeom>
              <a:blipFill>
                <a:blip r:embed="rId4"/>
                <a:stretch>
                  <a:fillRect l="-1980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A4AF8CD0-7888-A497-FAF9-484EE278338F}"/>
              </a:ext>
            </a:extLst>
          </p:cNvPr>
          <p:cNvSpPr txBox="1"/>
          <p:nvPr/>
        </p:nvSpPr>
        <p:spPr>
          <a:xfrm>
            <a:off x="2787904" y="3950246"/>
            <a:ext cx="1536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Region of Interest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BDE7C0C-0A74-7CD8-CE1E-CAEBB616A528}"/>
                  </a:ext>
                </a:extLst>
              </p:cNvPr>
              <p:cNvSpPr txBox="1"/>
              <p:nvPr/>
            </p:nvSpPr>
            <p:spPr>
              <a:xfrm rot="16200000">
                <a:off x="3297005" y="3486700"/>
                <a:ext cx="51232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05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BDE7C0C-0A74-7CD8-CE1E-CAEBB616A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297005" y="3486700"/>
                <a:ext cx="512320" cy="215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8F9E615C-4055-8289-EA83-8BB97F9A5FC9}"/>
              </a:ext>
            </a:extLst>
          </p:cNvPr>
          <p:cNvSpPr/>
          <p:nvPr/>
        </p:nvSpPr>
        <p:spPr>
          <a:xfrm>
            <a:off x="3005138" y="2204541"/>
            <a:ext cx="467743" cy="1626692"/>
          </a:xfrm>
          <a:prstGeom prst="rect">
            <a:avLst/>
          </a:prstGeom>
          <a:solidFill>
            <a:srgbClr val="FFFF00">
              <a:alpha val="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1DCEA3-C6C4-E96D-66F9-D06E203D4AEB}"/>
              </a:ext>
            </a:extLst>
          </p:cNvPr>
          <p:cNvSpPr txBox="1"/>
          <p:nvPr/>
        </p:nvSpPr>
        <p:spPr>
          <a:xfrm>
            <a:off x="3041956" y="1963435"/>
            <a:ext cx="4443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r=1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2F986E-3F66-A838-5F1A-F40EC011F910}"/>
              </a:ext>
            </a:extLst>
          </p:cNvPr>
          <p:cNvSpPr txBox="1"/>
          <p:nvPr/>
        </p:nvSpPr>
        <p:spPr>
          <a:xfrm>
            <a:off x="3721819" y="1620500"/>
            <a:ext cx="4443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r=0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04AC99-EC48-5052-783A-E5486DA48F02}"/>
              </a:ext>
            </a:extLst>
          </p:cNvPr>
          <p:cNvSpPr/>
          <p:nvPr/>
        </p:nvSpPr>
        <p:spPr>
          <a:xfrm>
            <a:off x="3695253" y="1833563"/>
            <a:ext cx="467743" cy="1997670"/>
          </a:xfrm>
          <a:prstGeom prst="rect">
            <a:avLst/>
          </a:prstGeom>
          <a:solidFill>
            <a:srgbClr val="FFFF00">
              <a:alpha val="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321BEC1-98E0-145C-72BD-773B9E9B7980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3626521" y="3594422"/>
            <a:ext cx="302604" cy="2368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18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Beckwitt, David (MU-Student)</dc:creator>
  <cp:lastModifiedBy>Beckwitt, David (MU-Student)</cp:lastModifiedBy>
  <cp:revision>1</cp:revision>
  <dcterms:created xsi:type="dcterms:W3CDTF">2026-05-15T17:07:23Z</dcterms:created>
  <dcterms:modified xsi:type="dcterms:W3CDTF">2026-05-22T16:14:02Z</dcterms:modified>
</cp:coreProperties>
</file>