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8D9C4-7E4F-4301-A484-F7FEA1092574}" v="4" dt="2026-05-26T15:22:13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ckwitt" userId="bdca50846bee3b35" providerId="LiveId" clId="{77C57F99-3B40-463A-9855-34DA2A8048A2}"/>
    <pc:docChg chg="undo custSel addSld modSld">
      <pc:chgData name="David Beckwitt" userId="bdca50846bee3b35" providerId="LiveId" clId="{77C57F99-3B40-463A-9855-34DA2A8048A2}" dt="2026-05-26T15:22:31.189" v="57" actId="1076"/>
      <pc:docMkLst>
        <pc:docMk/>
      </pc:docMkLst>
      <pc:sldChg chg="addSp delSp modSp new mod">
        <pc:chgData name="David Beckwitt" userId="bdca50846bee3b35" providerId="LiveId" clId="{77C57F99-3B40-463A-9855-34DA2A8048A2}" dt="2026-05-26T15:22:31.189" v="57" actId="1076"/>
        <pc:sldMkLst>
          <pc:docMk/>
          <pc:sldMk cId="3112000658" sldId="256"/>
        </pc:sldMkLst>
        <pc:spChg chg="add mod">
          <ac:chgData name="David Beckwitt" userId="bdca50846bee3b35" providerId="LiveId" clId="{77C57F99-3B40-463A-9855-34DA2A8048A2}" dt="2026-05-26T15:22:31.189" v="57" actId="1076"/>
          <ac:spMkLst>
            <pc:docMk/>
            <pc:sldMk cId="3112000658" sldId="256"/>
            <ac:spMk id="6" creationId="{1D173B0E-2BDB-43DF-7B7D-95E448C69EFB}"/>
          </ac:spMkLst>
        </pc:spChg>
        <pc:picChg chg="add del mod modCrop">
          <ac:chgData name="David Beckwitt" userId="bdca50846bee3b35" providerId="LiveId" clId="{77C57F99-3B40-463A-9855-34DA2A8048A2}" dt="2026-05-26T15:22:10.002" v="50" actId="21"/>
          <ac:picMkLst>
            <pc:docMk/>
            <pc:sldMk cId="3112000658" sldId="256"/>
            <ac:picMk id="3" creationId="{F6E4228F-06FD-2832-3686-245E91EF71D6}"/>
          </ac:picMkLst>
        </pc:picChg>
        <pc:picChg chg="add mod">
          <ac:chgData name="David Beckwitt" userId="bdca50846bee3b35" providerId="LiveId" clId="{77C57F99-3B40-463A-9855-34DA2A8048A2}" dt="2026-05-26T15:22:11.519" v="52"/>
          <ac:picMkLst>
            <pc:docMk/>
            <pc:sldMk cId="3112000658" sldId="256"/>
            <ac:picMk id="4" creationId="{F6E4228F-06FD-2832-3686-245E91EF71D6}"/>
          </ac:picMkLst>
        </pc:picChg>
        <pc:picChg chg="add del mod">
          <ac:chgData name="David Beckwitt" userId="bdca50846bee3b35" providerId="LiveId" clId="{77C57F99-3B40-463A-9855-34DA2A8048A2}" dt="2026-05-26T15:22:11.297" v="51" actId="478"/>
          <ac:picMkLst>
            <pc:docMk/>
            <pc:sldMk cId="3112000658" sldId="256"/>
            <ac:picMk id="5" creationId="{10DF3122-F670-D086-39B4-33133F9C258A}"/>
          </ac:picMkLst>
        </pc:picChg>
        <pc:picChg chg="add mod ord modCrop">
          <ac:chgData name="David Beckwitt" userId="bdca50846bee3b35" providerId="LiveId" clId="{77C57F99-3B40-463A-9855-34DA2A8048A2}" dt="2026-05-26T15:22:28.298" v="56" actId="732"/>
          <ac:picMkLst>
            <pc:docMk/>
            <pc:sldMk cId="3112000658" sldId="256"/>
            <ac:picMk id="7" creationId="{A34F4137-C716-77A8-8A82-B584BC3CF1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8048-48CE-3D05-B080-03EDA4F3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508CC-AD8B-9750-5E15-11C161684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918E-09D6-88D8-B289-23B85486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A33B2-6A0E-08FB-8337-DA36D89D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F9AD-9FF5-D371-60F0-1EAC92FD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AEE2-91E0-CDC3-0901-2A1E32EE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1F5B-1022-2C14-2314-B1A6C5885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05C4-06D8-97D0-20DC-63232C7D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7A5F-F2A8-2121-DCFF-D45C73A4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8A6B3-7F91-8537-0CC1-7BD394B1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1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1A10-851C-86EF-4A57-F8C2175C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7C334-005B-0148-AB46-BDF7FCBA2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ED8D-0571-68EC-C9A4-4DD50297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D99A-41CE-74F6-B755-AA28065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E3F7-6947-00E9-1241-2429AD0D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4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4A89-3555-574B-C1A5-42A16656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433B-FE5E-3864-6341-F99182A79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B2FAE-3103-5F9E-AD01-0D6EF56A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1B647-94B9-6947-3A18-65C5A094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11397-FF91-8612-39AD-65541E2B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EF5E0-6C19-7FA5-9016-92CE7E94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3A1E-CAEA-713A-34CA-34E5C6DA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0DD6A-0098-F5D9-498A-63D23C44A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E03B1-5F92-2FDC-F9B4-E5BFABDFE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B0F4A-5CAE-7F0B-5A3E-E4AF00021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DD43E-73DD-A8F0-5312-F3A5CA8CC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DA095-E38B-DBE5-F0A3-D439C7EA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81EFD-B303-D551-7054-B45BE7A2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CDCFA-591D-EE8F-798A-862B25EA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5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38B6-A90B-B248-366F-4D092476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0AE62-7ECC-1FCD-365B-AF603E5B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C5BAD-E81B-B2FE-4753-4A9DE0C0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1192B-13FA-27B7-2952-068DCBB5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4C448-EE9E-4B3D-18B0-C0959E64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484760-2ACA-BA40-D62E-6CB49B5E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A00E1-9746-E774-FECB-E29C6D47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6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547E-9A62-9388-E823-17190981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5B3B-DFC2-54DA-FCD7-8CDAE5A6B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AC214-F4BF-6C43-46CA-6EA9B7C43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CE15D-DF65-6AD5-4E2C-4387BB1B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1998D-8F31-C139-67BF-A5B80CC3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09DF4-4243-F6DE-69CB-0EB7152C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EDDE-5EB4-29DA-55F3-14889C1B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E81EA-DB7B-8F6B-28A7-0D8D2EED5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D4AB6-42B4-4296-AAD4-16E7F8AA2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AFA14-AE5B-CAE5-74AB-D1B175F6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26840-4358-3E7B-507B-7CA6F9EC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BF4A9-5C15-A829-FF36-9A445C33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5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202C-BEA6-26C4-727D-D2BD5E38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83510-804B-E0A8-E45A-0B2ABD55F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0758B-8026-F419-ADC1-B03F7D13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E9B0-953C-A211-461E-DE180C16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40A4-97B1-9E7E-0960-5E6031E6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99408-2BCD-20DD-612C-91E30A7E8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6861E-AF5D-9E0F-6226-9D2006C9A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662A-DC2A-DC7D-2EFD-EDF4129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C4DB-3459-195C-AC93-904D0CF2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7394-3C98-7415-F641-11606979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9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0F3374-C6AC-6963-DDA6-5B984183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547B8-6E69-E31A-235F-B5934A8C4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6368-81F5-1CD6-9D3E-7D83E82C9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4D2E2-0A23-477A-B984-9998A2B0D91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D390-DC4A-6D5C-90E6-2EB6A0B44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1F426-78CC-DCCE-CF67-F2B691841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8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4F4137-C716-77A8-8A82-B584BC3CF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2183" r="21879" b="8223"/>
          <a:stretch>
            <a:fillRect/>
          </a:stretch>
        </p:blipFill>
        <p:spPr>
          <a:xfrm>
            <a:off x="4270074" y="2076621"/>
            <a:ext cx="3795781" cy="2941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73B0E-2BDB-43DF-7B7D-95E448C69EFB}"/>
              </a:ext>
            </a:extLst>
          </p:cNvPr>
          <p:cNvSpPr txBox="1"/>
          <p:nvPr/>
        </p:nvSpPr>
        <p:spPr>
          <a:xfrm>
            <a:off x="5349642" y="2283655"/>
            <a:ext cx="1492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Low Disorder</a:t>
            </a:r>
          </a:p>
        </p:txBody>
      </p:sp>
    </p:spTree>
    <p:extLst>
      <p:ext uri="{BB962C8B-B14F-4D97-AF65-F5344CB8AC3E}">
        <p14:creationId xmlns:p14="http://schemas.microsoft.com/office/powerpoint/2010/main" val="311200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Beckwitt, David (MU-Student)</dc:creator>
  <cp:lastModifiedBy>Beckwitt, David (MU-Student)</cp:lastModifiedBy>
  <cp:revision>1</cp:revision>
  <dcterms:created xsi:type="dcterms:W3CDTF">2026-05-22T16:24:35Z</dcterms:created>
  <dcterms:modified xsi:type="dcterms:W3CDTF">2026-05-26T15:22:37Z</dcterms:modified>
</cp:coreProperties>
</file>