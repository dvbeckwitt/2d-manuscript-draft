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DB6656-2E58-4C49-83AC-339DD8F1D5BE}" v="88" dt="2026-05-15T15:47:06.2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Beckwitt" userId="bdca50846bee3b35" providerId="LiveId" clId="{77C57F99-3B40-463A-9855-34DA2A8048A2}"/>
    <pc:docChg chg="undo custSel addSld modSld">
      <pc:chgData name="David Beckwitt" userId="bdca50846bee3b35" providerId="LiveId" clId="{77C57F99-3B40-463A-9855-34DA2A8048A2}" dt="2026-05-15T15:47:20.372" v="355" actId="1076"/>
      <pc:docMkLst>
        <pc:docMk/>
      </pc:docMkLst>
      <pc:sldChg chg="addSp delSp modSp mod">
        <pc:chgData name="David Beckwitt" userId="bdca50846bee3b35" providerId="LiveId" clId="{77C57F99-3B40-463A-9855-34DA2A8048A2}" dt="2026-05-15T15:17:34.715" v="44" actId="931"/>
        <pc:sldMkLst>
          <pc:docMk/>
          <pc:sldMk cId="2316372449" sldId="256"/>
        </pc:sldMkLst>
        <pc:spChg chg="add mod">
          <ac:chgData name="David Beckwitt" userId="bdca50846bee3b35" providerId="LiveId" clId="{77C57F99-3B40-463A-9855-34DA2A8048A2}" dt="2026-05-15T15:17:32.498" v="41" actId="1076"/>
          <ac:spMkLst>
            <pc:docMk/>
            <pc:sldMk cId="2316372449" sldId="256"/>
            <ac:spMk id="2" creationId="{837BD0EC-45C4-CF78-7655-8569945B6392}"/>
          </ac:spMkLst>
        </pc:spChg>
        <pc:spChg chg="mod">
          <ac:chgData name="David Beckwitt" userId="bdca50846bee3b35" providerId="LiveId" clId="{77C57F99-3B40-463A-9855-34DA2A8048A2}" dt="2026-05-15T15:17:32.498" v="41" actId="1076"/>
          <ac:spMkLst>
            <pc:docMk/>
            <pc:sldMk cId="2316372449" sldId="256"/>
            <ac:spMk id="10" creationId="{8618C7CB-B30B-949A-AA4F-6C1CE713FFCA}"/>
          </ac:spMkLst>
        </pc:spChg>
        <pc:spChg chg="mod">
          <ac:chgData name="David Beckwitt" userId="bdca50846bee3b35" providerId="LiveId" clId="{77C57F99-3B40-463A-9855-34DA2A8048A2}" dt="2026-05-15T15:17:32.498" v="41" actId="1076"/>
          <ac:spMkLst>
            <pc:docMk/>
            <pc:sldMk cId="2316372449" sldId="256"/>
            <ac:spMk id="11" creationId="{B76C0F0F-EA28-FE99-B01C-051336B89243}"/>
          </ac:spMkLst>
        </pc:spChg>
        <pc:spChg chg="mod">
          <ac:chgData name="David Beckwitt" userId="bdca50846bee3b35" providerId="LiveId" clId="{77C57F99-3B40-463A-9855-34DA2A8048A2}" dt="2026-05-15T15:17:32.498" v="41" actId="1076"/>
          <ac:spMkLst>
            <pc:docMk/>
            <pc:sldMk cId="2316372449" sldId="256"/>
            <ac:spMk id="12" creationId="{A4088FB5-8429-9387-AE1B-16BB52B9B2E4}"/>
          </ac:spMkLst>
        </pc:spChg>
        <pc:spChg chg="mod">
          <ac:chgData name="David Beckwitt" userId="bdca50846bee3b35" providerId="LiveId" clId="{77C57F99-3B40-463A-9855-34DA2A8048A2}" dt="2026-05-15T15:17:32.498" v="41" actId="1076"/>
          <ac:spMkLst>
            <pc:docMk/>
            <pc:sldMk cId="2316372449" sldId="256"/>
            <ac:spMk id="16" creationId="{9B45FA36-06E6-AF3C-C424-DEDE05823927}"/>
          </ac:spMkLst>
        </pc:spChg>
        <pc:spChg chg="mod">
          <ac:chgData name="David Beckwitt" userId="bdca50846bee3b35" providerId="LiveId" clId="{77C57F99-3B40-463A-9855-34DA2A8048A2}" dt="2026-05-15T15:17:32.498" v="41" actId="1076"/>
          <ac:spMkLst>
            <pc:docMk/>
            <pc:sldMk cId="2316372449" sldId="256"/>
            <ac:spMk id="33" creationId="{0B6E10FB-2E56-5380-BBCE-0420BD769738}"/>
          </ac:spMkLst>
        </pc:spChg>
        <pc:grpChg chg="add mod">
          <ac:chgData name="David Beckwitt" userId="bdca50846bee3b35" providerId="LiveId" clId="{77C57F99-3B40-463A-9855-34DA2A8048A2}" dt="2026-05-15T15:17:32.116" v="40" actId="164"/>
          <ac:grpSpMkLst>
            <pc:docMk/>
            <pc:sldMk cId="2316372449" sldId="256"/>
            <ac:grpSpMk id="9" creationId="{8315C882-9E86-6121-036C-40BD64BE3D52}"/>
          </ac:grpSpMkLst>
        </pc:grpChg>
        <pc:picChg chg="mod">
          <ac:chgData name="David Beckwitt" userId="bdca50846bee3b35" providerId="LiveId" clId="{77C57F99-3B40-463A-9855-34DA2A8048A2}" dt="2026-05-15T15:17:32.498" v="41" actId="1076"/>
          <ac:picMkLst>
            <pc:docMk/>
            <pc:sldMk cId="2316372449" sldId="256"/>
            <ac:picMk id="5" creationId="{AE8BFCDB-8BDF-E5FD-7CEE-3B77F6FA0F27}"/>
          </ac:picMkLst>
        </pc:picChg>
        <pc:picChg chg="add del mod ord">
          <ac:chgData name="David Beckwitt" userId="bdca50846bee3b35" providerId="LiveId" clId="{77C57F99-3B40-463A-9855-34DA2A8048A2}" dt="2026-05-15T15:17:34.715" v="44" actId="931"/>
          <ac:picMkLst>
            <pc:docMk/>
            <pc:sldMk cId="2316372449" sldId="256"/>
            <ac:picMk id="6" creationId="{005B06C3-4CB0-1372-EF98-689C9AE40770}"/>
          </ac:picMkLst>
        </pc:picChg>
        <pc:cxnChg chg="add mod">
          <ac:chgData name="David Beckwitt" userId="bdca50846bee3b35" providerId="LiveId" clId="{77C57F99-3B40-463A-9855-34DA2A8048A2}" dt="2026-05-09T19:10:10.305" v="13" actId="14100"/>
          <ac:cxnSpMkLst>
            <pc:docMk/>
            <pc:sldMk cId="2316372449" sldId="256"/>
            <ac:cxnSpMk id="3" creationId="{E6EA08B8-9557-85A5-7CB2-8B53B766AF89}"/>
          </ac:cxnSpMkLst>
        </pc:cxnChg>
        <pc:cxnChg chg="add mod">
          <ac:chgData name="David Beckwitt" userId="bdca50846bee3b35" providerId="LiveId" clId="{77C57F99-3B40-463A-9855-34DA2A8048A2}" dt="2026-05-15T15:17:32.498" v="41" actId="1076"/>
          <ac:cxnSpMkLst>
            <pc:docMk/>
            <pc:sldMk cId="2316372449" sldId="256"/>
            <ac:cxnSpMk id="13" creationId="{64AA8985-AF08-05D6-F26F-9981B60D3DDE}"/>
          </ac:cxnSpMkLst>
        </pc:cxnChg>
        <pc:cxnChg chg="mod">
          <ac:chgData name="David Beckwitt" userId="bdca50846bee3b35" providerId="LiveId" clId="{77C57F99-3B40-463A-9855-34DA2A8048A2}" dt="2026-05-15T15:17:32.498" v="41" actId="1076"/>
          <ac:cxnSpMkLst>
            <pc:docMk/>
            <pc:sldMk cId="2316372449" sldId="256"/>
            <ac:cxnSpMk id="47" creationId="{C3C29276-9F90-DB1E-78F6-E0BD2A605DF5}"/>
          </ac:cxnSpMkLst>
        </pc:cxnChg>
        <pc:cxnChg chg="mod">
          <ac:chgData name="David Beckwitt" userId="bdca50846bee3b35" providerId="LiveId" clId="{77C57F99-3B40-463A-9855-34DA2A8048A2}" dt="2026-05-15T15:17:32.498" v="41" actId="1076"/>
          <ac:cxnSpMkLst>
            <pc:docMk/>
            <pc:sldMk cId="2316372449" sldId="256"/>
            <ac:cxnSpMk id="74" creationId="{4B13C3A9-BC74-0F07-D1D8-32F93984EC56}"/>
          </ac:cxnSpMkLst>
        </pc:cxnChg>
      </pc:sldChg>
      <pc:sldChg chg="addSp delSp modSp new mod">
        <pc:chgData name="David Beckwitt" userId="bdca50846bee3b35" providerId="LiveId" clId="{77C57F99-3B40-463A-9855-34DA2A8048A2}" dt="2026-05-15T15:26:18.941" v="175" actId="14100"/>
        <pc:sldMkLst>
          <pc:docMk/>
          <pc:sldMk cId="1470611967" sldId="257"/>
        </pc:sldMkLst>
        <pc:spChg chg="del">
          <ac:chgData name="David Beckwitt" userId="bdca50846bee3b35" providerId="LiveId" clId="{77C57F99-3B40-463A-9855-34DA2A8048A2}" dt="2026-05-15T15:17:41.726" v="46" actId="478"/>
          <ac:spMkLst>
            <pc:docMk/>
            <pc:sldMk cId="1470611967" sldId="257"/>
            <ac:spMk id="2" creationId="{AB614635-F92C-3965-CC0E-8BEFC64EB12A}"/>
          </ac:spMkLst>
        </pc:spChg>
        <pc:spChg chg="del">
          <ac:chgData name="David Beckwitt" userId="bdca50846bee3b35" providerId="LiveId" clId="{77C57F99-3B40-463A-9855-34DA2A8048A2}" dt="2026-05-15T15:17:41.726" v="46" actId="478"/>
          <ac:spMkLst>
            <pc:docMk/>
            <pc:sldMk cId="1470611967" sldId="257"/>
            <ac:spMk id="3" creationId="{FC69A770-ACCD-B975-BC72-BD514B097803}"/>
          </ac:spMkLst>
        </pc:spChg>
        <pc:spChg chg="add mod ord">
          <ac:chgData name="David Beckwitt" userId="bdca50846bee3b35" providerId="LiveId" clId="{77C57F99-3B40-463A-9855-34DA2A8048A2}" dt="2026-05-15T15:20:31.236" v="148" actId="164"/>
          <ac:spMkLst>
            <pc:docMk/>
            <pc:sldMk cId="1470611967" sldId="257"/>
            <ac:spMk id="8" creationId="{8D252627-EFFF-2191-2497-7F94E37DF607}"/>
          </ac:spMkLst>
        </pc:spChg>
        <pc:spChg chg="add mod">
          <ac:chgData name="David Beckwitt" userId="bdca50846bee3b35" providerId="LiveId" clId="{77C57F99-3B40-463A-9855-34DA2A8048A2}" dt="2026-05-15T15:21:00.082" v="152" actId="1076"/>
          <ac:spMkLst>
            <pc:docMk/>
            <pc:sldMk cId="1470611967" sldId="257"/>
            <ac:spMk id="9" creationId="{6EAE7541-62BB-C79F-C357-4E8276F636C0}"/>
          </ac:spMkLst>
        </pc:spChg>
        <pc:spChg chg="add mod">
          <ac:chgData name="David Beckwitt" userId="bdca50846bee3b35" providerId="LiveId" clId="{77C57F99-3B40-463A-9855-34DA2A8048A2}" dt="2026-05-15T15:26:16.729" v="174" actId="1076"/>
          <ac:spMkLst>
            <pc:docMk/>
            <pc:sldMk cId="1470611967" sldId="257"/>
            <ac:spMk id="21" creationId="{EFF3E8ED-2FD2-ED54-B1CD-DD81B1515211}"/>
          </ac:spMkLst>
        </pc:spChg>
        <pc:grpChg chg="add mod">
          <ac:chgData name="David Beckwitt" userId="bdca50846bee3b35" providerId="LiveId" clId="{77C57F99-3B40-463A-9855-34DA2A8048A2}" dt="2026-05-15T15:21:00.082" v="152" actId="1076"/>
          <ac:grpSpMkLst>
            <pc:docMk/>
            <pc:sldMk cId="1470611967" sldId="257"/>
            <ac:grpSpMk id="16" creationId="{E0C9380D-0E01-195E-9440-9F0DFCE6F64F}"/>
          </ac:grpSpMkLst>
        </pc:grpChg>
        <pc:picChg chg="add mod">
          <ac:chgData name="David Beckwitt" userId="bdca50846bee3b35" providerId="LiveId" clId="{77C57F99-3B40-463A-9855-34DA2A8048A2}" dt="2026-05-15T15:21:00.082" v="152" actId="1076"/>
          <ac:picMkLst>
            <pc:docMk/>
            <pc:sldMk cId="1470611967" sldId="257"/>
            <ac:picMk id="5" creationId="{649CBBC7-4B62-6664-7F06-CE2B66D6E535}"/>
          </ac:picMkLst>
        </pc:picChg>
        <pc:picChg chg="add mod">
          <ac:chgData name="David Beckwitt" userId="bdca50846bee3b35" providerId="LiveId" clId="{77C57F99-3B40-463A-9855-34DA2A8048A2}" dt="2026-05-15T15:20:31.236" v="148" actId="164"/>
          <ac:picMkLst>
            <pc:docMk/>
            <pc:sldMk cId="1470611967" sldId="257"/>
            <ac:picMk id="7" creationId="{858B602E-9B5F-403E-C961-E66D4BB1345B}"/>
          </ac:picMkLst>
        </pc:picChg>
        <pc:cxnChg chg="add mod">
          <ac:chgData name="David Beckwitt" userId="bdca50846bee3b35" providerId="LiveId" clId="{77C57F99-3B40-463A-9855-34DA2A8048A2}" dt="2026-05-15T15:21:00.082" v="152" actId="1076"/>
          <ac:cxnSpMkLst>
            <pc:docMk/>
            <pc:sldMk cId="1470611967" sldId="257"/>
            <ac:cxnSpMk id="11" creationId="{E5D9F8DF-2E37-9B67-FD38-BDA29FC2FA15}"/>
          </ac:cxnSpMkLst>
        </pc:cxnChg>
        <pc:cxnChg chg="add mod">
          <ac:chgData name="David Beckwitt" userId="bdca50846bee3b35" providerId="LiveId" clId="{77C57F99-3B40-463A-9855-34DA2A8048A2}" dt="2026-05-15T15:21:00.082" v="152" actId="1076"/>
          <ac:cxnSpMkLst>
            <pc:docMk/>
            <pc:sldMk cId="1470611967" sldId="257"/>
            <ac:cxnSpMk id="12" creationId="{6F209843-1515-0494-0185-FE63EAD07790}"/>
          </ac:cxnSpMkLst>
        </pc:cxnChg>
        <pc:cxnChg chg="add mod">
          <ac:chgData name="David Beckwitt" userId="bdca50846bee3b35" providerId="LiveId" clId="{77C57F99-3B40-463A-9855-34DA2A8048A2}" dt="2026-05-15T15:26:18.941" v="175" actId="14100"/>
          <ac:cxnSpMkLst>
            <pc:docMk/>
            <pc:sldMk cId="1470611967" sldId="257"/>
            <ac:cxnSpMk id="20" creationId="{843DBBF2-6050-6B72-040B-B4E9197DF06B}"/>
          </ac:cxnSpMkLst>
        </pc:cxnChg>
      </pc:sldChg>
      <pc:sldChg chg="addSp delSp modSp new mod">
        <pc:chgData name="David Beckwitt" userId="bdca50846bee3b35" providerId="LiveId" clId="{77C57F99-3B40-463A-9855-34DA2A8048A2}" dt="2026-05-15T15:47:20.372" v="355" actId="1076"/>
        <pc:sldMkLst>
          <pc:docMk/>
          <pc:sldMk cId="4122454811" sldId="258"/>
        </pc:sldMkLst>
        <pc:spChg chg="del">
          <ac:chgData name="David Beckwitt" userId="bdca50846bee3b35" providerId="LiveId" clId="{77C57F99-3B40-463A-9855-34DA2A8048A2}" dt="2026-05-15T15:41:38.085" v="177" actId="478"/>
          <ac:spMkLst>
            <pc:docMk/>
            <pc:sldMk cId="4122454811" sldId="258"/>
            <ac:spMk id="2" creationId="{6BC4DB3B-175B-0963-9844-802CEB1FB15A}"/>
          </ac:spMkLst>
        </pc:spChg>
        <pc:spChg chg="del">
          <ac:chgData name="David Beckwitt" userId="bdca50846bee3b35" providerId="LiveId" clId="{77C57F99-3B40-463A-9855-34DA2A8048A2}" dt="2026-05-15T15:41:38.085" v="177" actId="478"/>
          <ac:spMkLst>
            <pc:docMk/>
            <pc:sldMk cId="4122454811" sldId="258"/>
            <ac:spMk id="3" creationId="{DBFCC3F5-3A89-80FB-A915-CDFE20C5DBB9}"/>
          </ac:spMkLst>
        </pc:spChg>
        <pc:spChg chg="add mod">
          <ac:chgData name="David Beckwitt" userId="bdca50846bee3b35" providerId="LiveId" clId="{77C57F99-3B40-463A-9855-34DA2A8048A2}" dt="2026-05-15T15:45:33.080" v="248" actId="20577"/>
          <ac:spMkLst>
            <pc:docMk/>
            <pc:sldMk cId="4122454811" sldId="258"/>
            <ac:spMk id="12" creationId="{10BBAC0C-2515-E1A2-15B6-A8D750FBA93E}"/>
          </ac:spMkLst>
        </pc:spChg>
        <pc:spChg chg="add mod">
          <ac:chgData name="David Beckwitt" userId="bdca50846bee3b35" providerId="LiveId" clId="{77C57F99-3B40-463A-9855-34DA2A8048A2}" dt="2026-05-15T15:45:40.642" v="253" actId="20577"/>
          <ac:spMkLst>
            <pc:docMk/>
            <pc:sldMk cId="4122454811" sldId="258"/>
            <ac:spMk id="13" creationId="{AC60D419-119A-74FF-CFE7-155DBA94AE96}"/>
          </ac:spMkLst>
        </pc:spChg>
        <pc:spChg chg="add mod">
          <ac:chgData name="David Beckwitt" userId="bdca50846bee3b35" providerId="LiveId" clId="{77C57F99-3B40-463A-9855-34DA2A8048A2}" dt="2026-05-15T15:45:45.516" v="258" actId="20577"/>
          <ac:spMkLst>
            <pc:docMk/>
            <pc:sldMk cId="4122454811" sldId="258"/>
            <ac:spMk id="14" creationId="{8B85F688-41B1-C91F-2241-15C2D25AE7D1}"/>
          </ac:spMkLst>
        </pc:spChg>
        <pc:spChg chg="add mod">
          <ac:chgData name="David Beckwitt" userId="bdca50846bee3b35" providerId="LiveId" clId="{77C57F99-3B40-463A-9855-34DA2A8048A2}" dt="2026-05-15T15:46:12.046" v="279" actId="1076"/>
          <ac:spMkLst>
            <pc:docMk/>
            <pc:sldMk cId="4122454811" sldId="258"/>
            <ac:spMk id="15" creationId="{56106F5D-3BBF-2E3A-66BF-7E315900FCB2}"/>
          </ac:spMkLst>
        </pc:spChg>
        <pc:spChg chg="add mod">
          <ac:chgData name="David Beckwitt" userId="bdca50846bee3b35" providerId="LiveId" clId="{77C57F99-3B40-463A-9855-34DA2A8048A2}" dt="2026-05-15T15:46:17.308" v="283" actId="20577"/>
          <ac:spMkLst>
            <pc:docMk/>
            <pc:sldMk cId="4122454811" sldId="258"/>
            <ac:spMk id="16" creationId="{413C3997-E886-F5DE-0CB7-11C8F52C7989}"/>
          </ac:spMkLst>
        </pc:spChg>
        <pc:spChg chg="add mod">
          <ac:chgData name="David Beckwitt" userId="bdca50846bee3b35" providerId="LiveId" clId="{77C57F99-3B40-463A-9855-34DA2A8048A2}" dt="2026-05-15T15:46:22.575" v="287" actId="20577"/>
          <ac:spMkLst>
            <pc:docMk/>
            <pc:sldMk cId="4122454811" sldId="258"/>
            <ac:spMk id="17" creationId="{1111174F-6AFB-1679-9190-B3B73D0B517C}"/>
          </ac:spMkLst>
        </pc:spChg>
        <pc:spChg chg="add mod">
          <ac:chgData name="David Beckwitt" userId="bdca50846bee3b35" providerId="LiveId" clId="{77C57F99-3B40-463A-9855-34DA2A8048A2}" dt="2026-05-15T15:46:47.791" v="322" actId="1076"/>
          <ac:spMkLst>
            <pc:docMk/>
            <pc:sldMk cId="4122454811" sldId="258"/>
            <ac:spMk id="18" creationId="{2641EE65-D261-4425-E893-18FDAE1BCD06}"/>
          </ac:spMkLst>
        </pc:spChg>
        <pc:spChg chg="add del mod">
          <ac:chgData name="David Beckwitt" userId="bdca50846bee3b35" providerId="LiveId" clId="{77C57F99-3B40-463A-9855-34DA2A8048A2}" dt="2026-05-15T15:46:56.624" v="336"/>
          <ac:spMkLst>
            <pc:docMk/>
            <pc:sldMk cId="4122454811" sldId="258"/>
            <ac:spMk id="19" creationId="{800ADFF3-BAFE-750F-15CB-958BB742F467}"/>
          </ac:spMkLst>
        </pc:spChg>
        <pc:spChg chg="add mod">
          <ac:chgData name="David Beckwitt" userId="bdca50846bee3b35" providerId="LiveId" clId="{77C57F99-3B40-463A-9855-34DA2A8048A2}" dt="2026-05-15T15:47:20.372" v="355" actId="1076"/>
          <ac:spMkLst>
            <pc:docMk/>
            <pc:sldMk cId="4122454811" sldId="258"/>
            <ac:spMk id="20" creationId="{28681DF7-8CAD-8125-257A-5D3A37E06F37}"/>
          </ac:spMkLst>
        </pc:spChg>
        <pc:picChg chg="add mod modCrop">
          <ac:chgData name="David Beckwitt" userId="bdca50846bee3b35" providerId="LiveId" clId="{77C57F99-3B40-463A-9855-34DA2A8048A2}" dt="2026-05-15T15:44:53.564" v="204" actId="732"/>
          <ac:picMkLst>
            <pc:docMk/>
            <pc:sldMk cId="4122454811" sldId="258"/>
            <ac:picMk id="5" creationId="{195A7A65-4328-F6EB-91E5-1708D8CB540F}"/>
          </ac:picMkLst>
        </pc:picChg>
        <pc:picChg chg="add del mod">
          <ac:chgData name="David Beckwitt" userId="bdca50846bee3b35" providerId="LiveId" clId="{77C57F99-3B40-463A-9855-34DA2A8048A2}" dt="2026-05-15T15:43:45.239" v="191" actId="478"/>
          <ac:picMkLst>
            <pc:docMk/>
            <pc:sldMk cId="4122454811" sldId="258"/>
            <ac:picMk id="7" creationId="{91B320CC-1837-A2BD-E42E-634D51D7056C}"/>
          </ac:picMkLst>
        </pc:picChg>
        <pc:picChg chg="add del mod">
          <ac:chgData name="David Beckwitt" userId="bdca50846bee3b35" providerId="LiveId" clId="{77C57F99-3B40-463A-9855-34DA2A8048A2}" dt="2026-05-15T15:44:05.075" v="197" actId="478"/>
          <ac:picMkLst>
            <pc:docMk/>
            <pc:sldMk cId="4122454811" sldId="258"/>
            <ac:picMk id="9" creationId="{9DDA8884-59C5-4EC3-93C6-6136E36A8B65}"/>
          </ac:picMkLst>
        </pc:picChg>
        <pc:picChg chg="add mod">
          <ac:chgData name="David Beckwitt" userId="bdca50846bee3b35" providerId="LiveId" clId="{77C57F99-3B40-463A-9855-34DA2A8048A2}" dt="2026-05-15T15:46:10.701" v="278" actId="1076"/>
          <ac:picMkLst>
            <pc:docMk/>
            <pc:sldMk cId="4122454811" sldId="258"/>
            <ac:picMk id="11" creationId="{AD8D15DD-01E6-5EEE-81DA-415EAB3C27B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3CCA3-CC63-297E-AB3C-86AEEE5446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8FF6A6-5AFC-9845-C232-7AC84E9DB4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332FA-BF1A-BDFB-0E71-9EA09F3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A8EA15-C022-9E82-B76C-14A38749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3814E4-4C33-D482-93F9-73FF4442E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776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6CE2-E921-106A-A48B-641A1FE63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23B15-4FA0-929E-608F-5DD83AFFE1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0F05E-5831-3669-E239-007295BED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8B366D-A27C-2708-C3D9-3C08D4CCB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55ACB-6E8B-C632-F82B-060BFB658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9893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6C2DD-FF3A-CF9A-9D4A-D95B95424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8E535-3EC0-9FC6-2CC9-322E171DC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5F0FF-F24C-CD79-D23B-719667859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798D5-8454-9C01-4305-F0B6FE7D8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A01B0-FFEC-E78D-3D76-2D0634C13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664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7F4C-AF85-DCB0-9EA8-0402B4838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8E50D-64D5-3463-96F9-B9B672DB03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9D1388-6819-FAEB-F545-9D34E6EAB2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DC950A-4AD8-789E-64D3-33ABB06D7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BE368-72CE-245D-96DC-79AAE5532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74A7A5-AFD9-5176-5567-8866606C2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769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6C18C-62E5-8A10-6E66-A03077A99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2FE0C-3A3A-F1B3-D790-B2ECFFF678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300D-78DC-2CEB-C590-553E985DDE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8C1D38-ACBA-13DE-4057-4B807ABB6C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192985-78F8-F712-58DB-57FA11A611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745384-A2AB-7756-752A-382CC436C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F1C07D-3BD4-51C5-03B9-A1A007AFF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AFAF90-BCE9-B7B3-539D-1FD3BA46B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67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602FA-03B3-747C-4581-26C6208D6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EEAA45-71A7-D5DA-C06B-1B447D355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CF54B6-1172-AE27-6380-57A1BB825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F66653-AF6C-93A9-C7F2-34FDB72E2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572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37C319-6C94-A8BE-E2A0-52477BDF0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EF46ED-CCF5-11ED-1AC7-71FDCE2EB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1FA51-522B-43DA-B57E-8EF128880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32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C8838-A631-6636-834C-2598F9C37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C7EAB-E234-D727-64F3-14FFC3072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1FFA57-A0E4-6BE4-59A3-E8EC9728DB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8DC78-11C4-F3EE-F923-D1E9EE041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22413D-214A-C286-3794-F8137FAFE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623FDD-877E-3BA6-8F40-9BEA6B217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52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93D8E-FB5C-FC53-4DD8-BD7A9AFB8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CB3E87-82AD-4A70-4BA1-6408A01F09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F0472D-F25B-F3D1-D5A5-FC4ADBDBF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37DDCE-C1F2-3AFE-A925-411805997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78750F-3E66-6BC1-E6E9-192443746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50E59-EE35-5FB3-8AB5-648457ED8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2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E8F16-5EB2-7D86-1C3B-F910BF17D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3F37EB-4BB9-EBE6-5CC2-A9F9C8194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0A3D6-5B30-4AFC-0422-E80078977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38305-B23A-A4F9-DEB3-71921466E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2B232-8A59-3A76-05B6-F1B8B7F1D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517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F2956D-6763-2E4B-C3A2-EBA6D50FAD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809792-F7A1-EB3F-7179-3557D469F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677154-BE0E-80F5-E13B-699A307F8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A1966E-BC69-D987-9EDE-A780142D2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E6E73-0359-2588-4D00-1618D2D0F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446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CBE818-8207-EBF7-FDDD-C55E6E888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9B4A19-0E63-60C4-25FB-575C9DEBF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F11733-5550-E0A6-BEE0-4BAA7A3C7B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BDDC53-94E9-4C2F-ADFC-AF3EDE6B1DDE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755B21-D7D7-1529-6AEB-7352447773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B3C33-3FE2-9804-86FD-1F19A4AF74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FDB93-3C20-4949-8103-9CF51E400F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338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8BFCDB-8BDF-E5FD-7CEE-3B77F6FA0F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"/>
          <a:stretch>
            <a:fillRect/>
          </a:stretch>
        </p:blipFill>
        <p:spPr>
          <a:xfrm>
            <a:off x="4298950" y="2532886"/>
            <a:ext cx="2929786" cy="89611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9731943-CCF6-746A-FB90-A028B784C0F4}"/>
              </a:ext>
            </a:extLst>
          </p:cNvPr>
          <p:cNvCxnSpPr>
            <a:cxnSpLocks/>
          </p:cNvCxnSpPr>
          <p:nvPr/>
        </p:nvCxnSpPr>
        <p:spPr>
          <a:xfrm flipH="1" flipV="1">
            <a:off x="4462463" y="3045619"/>
            <a:ext cx="383381" cy="126051"/>
          </a:xfrm>
          <a:prstGeom prst="straightConnector1">
            <a:avLst/>
          </a:prstGeom>
          <a:ln w="9525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8FE7A0-0D96-E7C5-7242-61C80C5B816E}"/>
              </a:ext>
            </a:extLst>
          </p:cNvPr>
          <p:cNvCxnSpPr>
            <a:cxnSpLocks/>
          </p:cNvCxnSpPr>
          <p:nvPr/>
        </p:nvCxnSpPr>
        <p:spPr>
          <a:xfrm flipV="1">
            <a:off x="4845844" y="3144508"/>
            <a:ext cx="433387" cy="27162"/>
          </a:xfrm>
          <a:prstGeom prst="straightConnector1">
            <a:avLst/>
          </a:prstGeom>
          <a:ln w="9525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ight Brace 9">
            <a:extLst>
              <a:ext uri="{FF2B5EF4-FFF2-40B4-BE49-F238E27FC236}">
                <a16:creationId xmlns:a16="http://schemas.microsoft.com/office/drawing/2014/main" id="{8618C7CB-B30B-949A-AA4F-6C1CE713FFCA}"/>
              </a:ext>
            </a:extLst>
          </p:cNvPr>
          <p:cNvSpPr/>
          <p:nvPr/>
        </p:nvSpPr>
        <p:spPr>
          <a:xfrm rot="5400000">
            <a:off x="5248121" y="2693191"/>
            <a:ext cx="65708" cy="784538"/>
          </a:xfrm>
          <a:prstGeom prst="rightBrace">
            <a:avLst>
              <a:gd name="adj1" fmla="val 62570"/>
              <a:gd name="adj2" fmla="val 46738"/>
            </a:avLst>
          </a:prstGeom>
          <a:ln w="95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6C0F0F-EA28-FE99-B01C-051336B89243}"/>
              </a:ext>
            </a:extLst>
          </p:cNvPr>
          <p:cNvSpPr txBox="1"/>
          <p:nvPr/>
        </p:nvSpPr>
        <p:spPr>
          <a:xfrm>
            <a:off x="5139528" y="2739871"/>
            <a:ext cx="3481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003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088FB5-8429-9387-AE1B-16BB52B9B2E4}"/>
              </a:ext>
            </a:extLst>
          </p:cNvPr>
          <p:cNvSpPr txBox="1"/>
          <p:nvPr/>
        </p:nvSpPr>
        <p:spPr>
          <a:xfrm>
            <a:off x="6250025" y="2765499"/>
            <a:ext cx="3481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006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45FA36-06E6-AF3C-C424-DEDE05823927}"/>
                  </a:ext>
                </a:extLst>
              </p:cNvPr>
              <p:cNvSpPr txBox="1"/>
              <p:nvPr/>
            </p:nvSpPr>
            <p:spPr>
              <a:xfrm>
                <a:off x="4654153" y="3133115"/>
                <a:ext cx="360099" cy="2173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skw"/>
                          <m:ctrlPr>
                            <a:rPr lang="en-US" sz="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sz="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</m:oMath>
                  </m:oMathPara>
                </a14:m>
                <a:endParaRPr lang="en-US" sz="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45FA36-06E6-AF3C-C424-DEDE05823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4153" y="3133115"/>
                <a:ext cx="360099" cy="217367"/>
              </a:xfrm>
              <a:prstGeom prst="rect">
                <a:avLst/>
              </a:prstGeom>
              <a:blipFill>
                <a:blip r:embed="rId3"/>
                <a:stretch>
                  <a:fillRect t="-72222" r="-48333" b="-1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596E84D-1919-1520-0210-2BB0B14D1C7F}"/>
              </a:ext>
            </a:extLst>
          </p:cNvPr>
          <p:cNvCxnSpPr>
            <a:cxnSpLocks/>
          </p:cNvCxnSpPr>
          <p:nvPr/>
        </p:nvCxnSpPr>
        <p:spPr>
          <a:xfrm>
            <a:off x="4438650" y="3473452"/>
            <a:ext cx="279008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B6E10FB-2E56-5380-BBCE-0420BD769738}"/>
                  </a:ext>
                </a:extLst>
              </p:cNvPr>
              <p:cNvSpPr txBox="1"/>
              <p:nvPr/>
            </p:nvSpPr>
            <p:spPr>
              <a:xfrm>
                <a:off x="4200109" y="3416520"/>
                <a:ext cx="319959" cy="1538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B6E10FB-2E56-5380-BBCE-0420BD7697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109" y="3416520"/>
                <a:ext cx="319959" cy="1538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A8D7ABE-F464-4002-B020-74B5BA89BF6F}"/>
              </a:ext>
            </a:extLst>
          </p:cNvPr>
          <p:cNvCxnSpPr>
            <a:cxnSpLocks/>
          </p:cNvCxnSpPr>
          <p:nvPr/>
        </p:nvCxnSpPr>
        <p:spPr>
          <a:xfrm>
            <a:off x="4239823" y="2819755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3C29276-9F90-DB1E-78F6-E0BD2A605DF5}"/>
              </a:ext>
            </a:extLst>
          </p:cNvPr>
          <p:cNvCxnSpPr>
            <a:cxnSpLocks/>
          </p:cNvCxnSpPr>
          <p:nvPr/>
        </p:nvCxnSpPr>
        <p:spPr>
          <a:xfrm>
            <a:off x="4276725" y="2992294"/>
            <a:ext cx="130969" cy="0"/>
          </a:xfrm>
          <a:prstGeom prst="line">
            <a:avLst/>
          </a:prstGeom>
          <a:ln w="9525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B13C3A9-BC74-0F07-D1D8-32F93984EC56}"/>
              </a:ext>
            </a:extLst>
          </p:cNvPr>
          <p:cNvCxnSpPr>
            <a:cxnSpLocks/>
          </p:cNvCxnSpPr>
          <p:nvPr/>
        </p:nvCxnSpPr>
        <p:spPr>
          <a:xfrm>
            <a:off x="4307681" y="3410820"/>
            <a:ext cx="0" cy="53899"/>
          </a:xfrm>
          <a:prstGeom prst="line">
            <a:avLst/>
          </a:prstGeom>
          <a:ln w="9525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7BD0EC-45C4-CF78-7655-8569945B6392}"/>
                  </a:ext>
                </a:extLst>
              </p:cNvPr>
              <p:cNvSpPr txBox="1"/>
              <p:nvPr/>
            </p:nvSpPr>
            <p:spPr>
              <a:xfrm rot="16200000">
                <a:off x="4071306" y="2917676"/>
                <a:ext cx="368781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7BD0EC-45C4-CF78-7655-8569945B63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071306" y="2917676"/>
                <a:ext cx="368781" cy="1538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6EA08B8-9557-85A5-7CB2-8B53B766AF89}"/>
              </a:ext>
            </a:extLst>
          </p:cNvPr>
          <p:cNvCxnSpPr>
            <a:cxnSpLocks/>
          </p:cNvCxnSpPr>
          <p:nvPr/>
        </p:nvCxnSpPr>
        <p:spPr>
          <a:xfrm>
            <a:off x="4256399" y="3100388"/>
            <a:ext cx="0" cy="3262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AA8985-AF08-05D6-F26F-9981B60D3DDE}"/>
              </a:ext>
            </a:extLst>
          </p:cNvPr>
          <p:cNvCxnSpPr>
            <a:cxnSpLocks/>
          </p:cNvCxnSpPr>
          <p:nvPr/>
        </p:nvCxnSpPr>
        <p:spPr>
          <a:xfrm flipV="1">
            <a:off x="4256399" y="2532886"/>
            <a:ext cx="0" cy="374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6372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9CBBC7-4B62-6664-7F06-CE2B66D6E5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476" y="838524"/>
            <a:ext cx="9419048" cy="5180952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E0C9380D-0E01-195E-9440-9F0DFCE6F64F}"/>
              </a:ext>
            </a:extLst>
          </p:cNvPr>
          <p:cNvGrpSpPr/>
          <p:nvPr/>
        </p:nvGrpSpPr>
        <p:grpSpPr>
          <a:xfrm>
            <a:off x="2661396" y="838524"/>
            <a:ext cx="6869208" cy="2516684"/>
            <a:chOff x="1197428" y="912316"/>
            <a:chExt cx="6869208" cy="251668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D252627-EFFF-2191-2497-7F94E37DF607}"/>
                </a:ext>
              </a:extLst>
            </p:cNvPr>
            <p:cNvSpPr/>
            <p:nvPr/>
          </p:nvSpPr>
          <p:spPr>
            <a:xfrm>
              <a:off x="1260928" y="1014958"/>
              <a:ext cx="6742208" cy="2311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58B602E-9B5F-403E-C961-E66D4BB13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97428" y="912316"/>
              <a:ext cx="6869208" cy="2516684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6EAE7541-62BB-C79F-C357-4E8276F636C0}"/>
              </a:ext>
            </a:extLst>
          </p:cNvPr>
          <p:cNvSpPr/>
          <p:nvPr/>
        </p:nvSpPr>
        <p:spPr>
          <a:xfrm>
            <a:off x="5920674" y="4761992"/>
            <a:ext cx="594166" cy="1193790"/>
          </a:xfrm>
          <a:prstGeom prst="rect">
            <a:avLst/>
          </a:prstGeom>
          <a:solidFill>
            <a:srgbClr val="FFFF00">
              <a:alpha val="6000"/>
            </a:srgb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D9F8DF-2E37-9B67-FD38-BDA29FC2FA15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2724896" y="3252566"/>
            <a:ext cx="3492861" cy="150942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F209843-1515-0494-0185-FE63EAD07790}"/>
              </a:ext>
            </a:extLst>
          </p:cNvPr>
          <p:cNvCxnSpPr>
            <a:cxnSpLocks/>
          </p:cNvCxnSpPr>
          <p:nvPr/>
        </p:nvCxnSpPr>
        <p:spPr>
          <a:xfrm flipV="1">
            <a:off x="6217757" y="3263900"/>
            <a:ext cx="3249347" cy="149809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43DBBF2-6050-6B72-040B-B4E9197DF06B}"/>
              </a:ext>
            </a:extLst>
          </p:cNvPr>
          <p:cNvCxnSpPr>
            <a:cxnSpLocks/>
          </p:cNvCxnSpPr>
          <p:nvPr/>
        </p:nvCxnSpPr>
        <p:spPr>
          <a:xfrm>
            <a:off x="3904343" y="5504571"/>
            <a:ext cx="2016331" cy="483058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FF3E8ED-2FD2-ED54-B1CD-DD81B1515211}"/>
              </a:ext>
            </a:extLst>
          </p:cNvPr>
          <p:cNvSpPr txBox="1"/>
          <p:nvPr/>
        </p:nvSpPr>
        <p:spPr>
          <a:xfrm>
            <a:off x="2619695" y="5135239"/>
            <a:ext cx="1494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Beam Center</a:t>
            </a:r>
          </a:p>
        </p:txBody>
      </p:sp>
    </p:spTree>
    <p:extLst>
      <p:ext uri="{BB962C8B-B14F-4D97-AF65-F5344CB8AC3E}">
        <p14:creationId xmlns:p14="http://schemas.microsoft.com/office/powerpoint/2010/main" val="1470611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5A7A65-4328-F6EB-91E5-1708D8CB54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3" t="5630"/>
          <a:stretch>
            <a:fillRect/>
          </a:stretch>
        </p:blipFill>
        <p:spPr>
          <a:xfrm>
            <a:off x="3286125" y="704850"/>
            <a:ext cx="5879646" cy="57939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D8D15DD-01E6-5EEE-81DA-415EAB3C2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460" y="811239"/>
            <a:ext cx="1912960" cy="162900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0BBAC0C-2515-E1A2-15B6-A8D750FBA93E}"/>
                  </a:ext>
                </a:extLst>
              </p:cNvPr>
              <p:cNvSpPr txBox="1"/>
              <p:nvPr/>
            </p:nvSpPr>
            <p:spPr>
              <a:xfrm>
                <a:off x="4105275" y="600075"/>
                <a:ext cx="4442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0BBAC0C-2515-E1A2-15B6-A8D750FBA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275" y="600075"/>
                <a:ext cx="44428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60D419-119A-74FF-CFE7-155DBA94AE96}"/>
                  </a:ext>
                </a:extLst>
              </p:cNvPr>
              <p:cNvSpPr txBox="1"/>
              <p:nvPr/>
            </p:nvSpPr>
            <p:spPr>
              <a:xfrm>
                <a:off x="5871610" y="520184"/>
                <a:ext cx="5725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C60D419-119A-74FF-CFE7-155DBA94A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1610" y="520184"/>
                <a:ext cx="57252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85F688-41B1-C91F-2241-15C2D25AE7D1}"/>
                  </a:ext>
                </a:extLst>
              </p:cNvPr>
              <p:cNvSpPr txBox="1"/>
              <p:nvPr/>
            </p:nvSpPr>
            <p:spPr>
              <a:xfrm>
                <a:off x="7579424" y="520184"/>
                <a:ext cx="5725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85F688-41B1-C91F-2241-15C2D25AE7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9424" y="520184"/>
                <a:ext cx="57252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56106F5D-3BBF-2E3A-66BF-7E315900FCB2}"/>
              </a:ext>
            </a:extLst>
          </p:cNvPr>
          <p:cNvSpPr txBox="1"/>
          <p:nvPr/>
        </p:nvSpPr>
        <p:spPr>
          <a:xfrm>
            <a:off x="3186515" y="1625741"/>
            <a:ext cx="546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L=3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3C3997-E886-F5DE-0CB7-11C8F52C7989}"/>
              </a:ext>
            </a:extLst>
          </p:cNvPr>
          <p:cNvSpPr txBox="1"/>
          <p:nvPr/>
        </p:nvSpPr>
        <p:spPr>
          <a:xfrm>
            <a:off x="3160352" y="3349766"/>
            <a:ext cx="546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L=6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11174F-6AFB-1679-9190-B3B73D0B517C}"/>
              </a:ext>
            </a:extLst>
          </p:cNvPr>
          <p:cNvSpPr txBox="1"/>
          <p:nvPr/>
        </p:nvSpPr>
        <p:spPr>
          <a:xfrm>
            <a:off x="3140962" y="5350016"/>
            <a:ext cx="546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L=9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641EE65-D261-4425-E893-18FDAE1BCD06}"/>
                  </a:ext>
                </a:extLst>
              </p:cNvPr>
              <p:cNvSpPr txBox="1"/>
              <p:nvPr/>
            </p:nvSpPr>
            <p:spPr>
              <a:xfrm>
                <a:off x="4900719" y="204047"/>
                <a:ext cx="25054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Angle of Incidence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641EE65-D261-4425-E893-18FDAE1BC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0719" y="204047"/>
                <a:ext cx="2505429" cy="369332"/>
              </a:xfrm>
              <a:prstGeom prst="rect">
                <a:avLst/>
              </a:prstGeom>
              <a:blipFill>
                <a:blip r:embed="rId7"/>
                <a:stretch>
                  <a:fillRect l="-2190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28681DF7-8CAD-8125-257A-5D3A37E06F37}"/>
              </a:ext>
            </a:extLst>
          </p:cNvPr>
          <p:cNvSpPr txBox="1"/>
          <p:nvPr/>
        </p:nvSpPr>
        <p:spPr>
          <a:xfrm rot="16200000">
            <a:off x="2535348" y="3417143"/>
            <a:ext cx="84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M=0, L</a:t>
            </a:r>
          </a:p>
        </p:txBody>
      </p:sp>
    </p:spTree>
    <p:extLst>
      <p:ext uri="{BB962C8B-B14F-4D97-AF65-F5344CB8AC3E}">
        <p14:creationId xmlns:p14="http://schemas.microsoft.com/office/powerpoint/2010/main" val="41224548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32</Words>
  <Application>Microsoft Office PowerPoint</Application>
  <PresentationFormat>Widescreen</PresentationFormat>
  <Paragraphs>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Beckwitt, David (MU-Student)</dc:creator>
  <cp:lastModifiedBy>Beckwitt, David (MU-Student)</cp:lastModifiedBy>
  <cp:revision>1</cp:revision>
  <dcterms:created xsi:type="dcterms:W3CDTF">2026-05-09T18:46:56Z</dcterms:created>
  <dcterms:modified xsi:type="dcterms:W3CDTF">2026-05-15T15:47:24Z</dcterms:modified>
</cp:coreProperties>
</file>