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BDB6656-2E58-4C49-83AC-339DD8F1D5BE}" v="3" dt="2026-05-09T19:10:12.50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660"/>
  </p:normalViewPr>
  <p:slideViewPr>
    <p:cSldViewPr snapToGrid="0">
      <p:cViewPr>
        <p:scale>
          <a:sx n="400" d="100"/>
          <a:sy n="400" d="100"/>
        </p:scale>
        <p:origin x="-9744" y="-50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avid Beckwitt" userId="bdca50846bee3b35" providerId="LiveId" clId="{77C57F99-3B40-463A-9855-34DA2A8048A2}"/>
    <pc:docChg chg="custSel modSld">
      <pc:chgData name="David Beckwitt" userId="bdca50846bee3b35" providerId="LiveId" clId="{77C57F99-3B40-463A-9855-34DA2A8048A2}" dt="2026-05-09T19:11:27.380" v="31" actId="14100"/>
      <pc:docMkLst>
        <pc:docMk/>
      </pc:docMkLst>
      <pc:sldChg chg="addSp delSp modSp mod">
        <pc:chgData name="David Beckwitt" userId="bdca50846bee3b35" providerId="LiveId" clId="{77C57F99-3B40-463A-9855-34DA2A8048A2}" dt="2026-05-09T19:11:27.380" v="31" actId="14100"/>
        <pc:sldMkLst>
          <pc:docMk/>
          <pc:sldMk cId="2316372449" sldId="256"/>
        </pc:sldMkLst>
        <pc:spChg chg="add mod">
          <ac:chgData name="David Beckwitt" userId="bdca50846bee3b35" providerId="LiveId" clId="{77C57F99-3B40-463A-9855-34DA2A8048A2}" dt="2026-05-09T19:10:24.347" v="28" actId="1038"/>
          <ac:spMkLst>
            <pc:docMk/>
            <pc:sldMk cId="2316372449" sldId="256"/>
            <ac:spMk id="2" creationId="{837BD0EC-45C4-CF78-7655-8569945B6392}"/>
          </ac:spMkLst>
        </pc:spChg>
        <pc:spChg chg="mod">
          <ac:chgData name="David Beckwitt" userId="bdca50846bee3b35" providerId="LiveId" clId="{77C57F99-3B40-463A-9855-34DA2A8048A2}" dt="2026-05-09T19:11:27.380" v="31" actId="14100"/>
          <ac:spMkLst>
            <pc:docMk/>
            <pc:sldMk cId="2316372449" sldId="256"/>
            <ac:spMk id="10" creationId="{8618C7CB-B30B-949A-AA4F-6C1CE713FFCA}"/>
          </ac:spMkLst>
        </pc:spChg>
        <pc:spChg chg="del">
          <ac:chgData name="David Beckwitt" userId="bdca50846bee3b35" providerId="LiveId" clId="{77C57F99-3B40-463A-9855-34DA2A8048A2}" dt="2026-05-09T19:09:44.125" v="1" actId="478"/>
          <ac:spMkLst>
            <pc:docMk/>
            <pc:sldMk cId="2316372449" sldId="256"/>
            <ac:spMk id="42" creationId="{27BF5AF8-8E7B-3EFB-E327-8F42799669A1}"/>
          </ac:spMkLst>
        </pc:spChg>
        <pc:spChg chg="del">
          <ac:chgData name="David Beckwitt" userId="bdca50846bee3b35" providerId="LiveId" clId="{77C57F99-3B40-463A-9855-34DA2A8048A2}" dt="2026-05-09T19:09:36.776" v="0" actId="21"/>
          <ac:spMkLst>
            <pc:docMk/>
            <pc:sldMk cId="2316372449" sldId="256"/>
            <ac:spMk id="73" creationId="{837BD0EC-45C4-CF78-7655-8569945B6392}"/>
          </ac:spMkLst>
        </pc:spChg>
        <pc:cxnChg chg="add mod">
          <ac:chgData name="David Beckwitt" userId="bdca50846bee3b35" providerId="LiveId" clId="{77C57F99-3B40-463A-9855-34DA2A8048A2}" dt="2026-05-09T19:10:10.305" v="13" actId="14100"/>
          <ac:cxnSpMkLst>
            <pc:docMk/>
            <pc:sldMk cId="2316372449" sldId="256"/>
            <ac:cxnSpMk id="3" creationId="{E6EA08B8-9557-85A5-7CB2-8B53B766AF89}"/>
          </ac:cxnSpMkLst>
        </pc:cxnChg>
        <pc:cxnChg chg="add mod">
          <ac:chgData name="David Beckwitt" userId="bdca50846bee3b35" providerId="LiveId" clId="{77C57F99-3B40-463A-9855-34DA2A8048A2}" dt="2026-05-09T19:10:31.513" v="29" actId="14100"/>
          <ac:cxnSpMkLst>
            <pc:docMk/>
            <pc:sldMk cId="2316372449" sldId="256"/>
            <ac:cxnSpMk id="13" creationId="{64AA8985-AF08-05D6-F26F-9981B60D3DDE}"/>
          </ac:cxnSpMkLst>
        </pc:cxnChg>
        <pc:cxnChg chg="del">
          <ac:chgData name="David Beckwitt" userId="bdca50846bee3b35" providerId="LiveId" clId="{77C57F99-3B40-463A-9855-34DA2A8048A2}" dt="2026-05-09T19:09:45.770" v="2" actId="478"/>
          <ac:cxnSpMkLst>
            <pc:docMk/>
            <pc:sldMk cId="2316372449" sldId="256"/>
            <ac:cxnSpMk id="40" creationId="{1C96D8C8-95B6-C790-6267-E8ACBC349C94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C3CCA3-CC63-297E-AB3C-86AEEE54469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28FF6A6-5AFC-9845-C232-7AC84E9DB4B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C332FA-BF1A-BDFB-0E71-9EA09F3A68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BDDC53-94E9-4C2F-ADFC-AF3EDE6B1DDE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A8EA15-C022-9E82-B76C-14A3874992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3814E4-4C33-D482-93F9-73FF4442EB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FDB93-3C20-4949-8103-9CF51E400F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47765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AC6CE2-E921-106A-A48B-641A1FE639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623B15-4FA0-929E-608F-5DD83AFFE1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20F05E-5831-3669-E239-007295BED0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BDDC53-94E9-4C2F-ADFC-AF3EDE6B1DDE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8B366D-A27C-2708-C3D9-3C08D4CCB4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F55ACB-6E8B-C632-F82B-060BFB658D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FDB93-3C20-4949-8103-9CF51E400F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89893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A6C2DD-FF3A-CF9A-9D4A-D95B954246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78E535-3EC0-9FC6-2CC9-322E171DC7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15F0FF-F24C-CD79-D23B-7196678591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BDDC53-94E9-4C2F-ADFC-AF3EDE6B1DDE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C798D5-8454-9C01-4305-F0B6FE7D88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3A01B0-FFEC-E78D-3D76-2D0634C13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FDB93-3C20-4949-8103-9CF51E400F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96648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D77F4C-AF85-DCB0-9EA8-0402B4838D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38E50D-64D5-3463-96F9-B9B672DB03C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39D1388-6819-FAEB-F545-9D34E6EAB21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DDC950A-4AD8-789E-64D3-33ABB06D72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BDDC53-94E9-4C2F-ADFC-AF3EDE6B1DDE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3BBE368-72CE-245D-96DC-79AAE5532E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774A7A5-AFD9-5176-5567-8866606C2F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FDB93-3C20-4949-8103-9CF51E400F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37697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C6C18C-62E5-8A10-6E66-A03077A992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F2FE0C-3A3A-F1B3-D790-B2ECFFF6786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A51300D-78DC-2CEB-C590-553E985DDEF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E8C1D38-ACBA-13DE-4057-4B807ABB6CB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A192985-78F8-F712-58DB-57FA11A611D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F745384-A2AB-7756-752A-382CC436CC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BDDC53-94E9-4C2F-ADFC-AF3EDE6B1DDE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5F1C07D-3BD4-51C5-03B9-A1A007AFFE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BAFAF90-BCE9-B7B3-539D-1FD3BA46BE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FDB93-3C20-4949-8103-9CF51E400F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6762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6602FA-03B3-747C-4581-26C6208D68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1EEAA45-71A7-D5DA-C06B-1B447D3554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BDDC53-94E9-4C2F-ADFC-AF3EDE6B1DDE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4CF54B6-1172-AE27-6380-57A1BB8255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3F66653-AF6C-93A9-C7F2-34FDB72E2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FDB93-3C20-4949-8103-9CF51E400F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75729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F37C319-6C94-A8BE-E2A0-52477BDF0B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BDDC53-94E9-4C2F-ADFC-AF3EDE6B1DDE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7EF46ED-CCF5-11ED-1AC7-71FDCE2EBF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61FA51-522B-43DA-B57E-8EF128880B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FDB93-3C20-4949-8103-9CF51E400F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13321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EC8838-A631-6636-834C-2598F9C372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5C7EAB-E234-D727-64F3-14FFC30723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81FFA57-A0E4-6BE4-59A3-E8EC9728DB3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38DC78-11C4-F3EE-F923-D1E9EE041A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BDDC53-94E9-4C2F-ADFC-AF3EDE6B1DDE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122413D-214A-C286-3794-F8137FAFEF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D623FDD-877E-3BA6-8F40-9BEA6B217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FDB93-3C20-4949-8103-9CF51E400F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75218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093D8E-FB5C-FC53-4DD8-BD7A9AFB82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5CB3E87-82AD-4A70-4BA1-6408A01F093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1F0472D-F25B-F3D1-D5A5-FC4ADBDBF54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A37DDCE-C1F2-3AFE-A925-4118059972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BDDC53-94E9-4C2F-ADFC-AF3EDE6B1DDE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B78750F-3E66-6BC1-E6E9-192443746D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E50E59-EE35-5FB3-8AB5-648457ED86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FDB93-3C20-4949-8103-9CF51E400F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0212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2E8F16-5EB2-7D86-1C3B-F910BF17DB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03F37EB-4BB9-EBE6-5CC2-A9F9C8194C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80A3D6-5B30-4AFC-0422-E80078977A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BDDC53-94E9-4C2F-ADFC-AF3EDE6B1DDE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138305-B23A-A4F9-DEB3-71921466E3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02B232-8A59-3A76-05B6-F1B8B7F1D0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FDB93-3C20-4949-8103-9CF51E400F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05178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CF2956D-6763-2E4B-C3A2-EBA6D50FAD6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B809792-F7A1-EB3F-7179-3557D469FB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677154-BE0E-80F5-E13B-699A307F83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BDDC53-94E9-4C2F-ADFC-AF3EDE6B1DDE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A1966E-BC69-D987-9EDE-A780142D29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5E6E73-0359-2588-4D00-1618D2D0F8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FDB93-3C20-4949-8103-9CF51E400F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4463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4CBE818-8207-EBF7-FDDD-C55E6E888E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9B4A19-0E63-60C4-25FB-575C9DEBF7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F11733-5550-E0A6-BEE0-4BAA7A3C7BE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7BDDC53-94E9-4C2F-ADFC-AF3EDE6B1DDE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755B21-D7D7-1529-6AEB-73524477738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7B3C33-3FE2-9804-86FD-1F19A4AF74A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C7FDB93-3C20-4949-8103-9CF51E400F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83383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E8BFCDB-8BDF-E5FD-7CEE-3B77F6FA0F2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6"/>
          <a:stretch>
            <a:fillRect/>
          </a:stretch>
        </p:blipFill>
        <p:spPr>
          <a:xfrm>
            <a:off x="4298950" y="2532886"/>
            <a:ext cx="2929786" cy="896114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C9731943-CCF6-746A-FB90-A028B784C0F4}"/>
              </a:ext>
            </a:extLst>
          </p:cNvPr>
          <p:cNvCxnSpPr>
            <a:cxnSpLocks/>
          </p:cNvCxnSpPr>
          <p:nvPr/>
        </p:nvCxnSpPr>
        <p:spPr>
          <a:xfrm flipH="1" flipV="1">
            <a:off x="4462463" y="3045619"/>
            <a:ext cx="383381" cy="126051"/>
          </a:xfrm>
          <a:prstGeom prst="straightConnector1">
            <a:avLst/>
          </a:prstGeom>
          <a:ln w="9525"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38FE7A0-0D96-E7C5-7242-61C80C5B816E}"/>
              </a:ext>
            </a:extLst>
          </p:cNvPr>
          <p:cNvCxnSpPr>
            <a:cxnSpLocks/>
          </p:cNvCxnSpPr>
          <p:nvPr/>
        </p:nvCxnSpPr>
        <p:spPr>
          <a:xfrm flipV="1">
            <a:off x="4845844" y="3144508"/>
            <a:ext cx="433387" cy="27162"/>
          </a:xfrm>
          <a:prstGeom prst="straightConnector1">
            <a:avLst/>
          </a:prstGeom>
          <a:ln w="9525"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ight Brace 9">
            <a:extLst>
              <a:ext uri="{FF2B5EF4-FFF2-40B4-BE49-F238E27FC236}">
                <a16:creationId xmlns:a16="http://schemas.microsoft.com/office/drawing/2014/main" id="{8618C7CB-B30B-949A-AA4F-6C1CE713FFCA}"/>
              </a:ext>
            </a:extLst>
          </p:cNvPr>
          <p:cNvSpPr/>
          <p:nvPr/>
        </p:nvSpPr>
        <p:spPr>
          <a:xfrm rot="5400000">
            <a:off x="5248121" y="2693191"/>
            <a:ext cx="65708" cy="784538"/>
          </a:xfrm>
          <a:prstGeom prst="rightBrace">
            <a:avLst>
              <a:gd name="adj1" fmla="val 62570"/>
              <a:gd name="adj2" fmla="val 46738"/>
            </a:avLst>
          </a:prstGeom>
          <a:ln w="9525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76C0F0F-EA28-FE99-B01C-051336B89243}"/>
              </a:ext>
            </a:extLst>
          </p:cNvPr>
          <p:cNvSpPr txBox="1"/>
          <p:nvPr/>
        </p:nvSpPr>
        <p:spPr>
          <a:xfrm>
            <a:off x="5139528" y="2739871"/>
            <a:ext cx="34817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chemeClr val="bg1"/>
                </a:solidFill>
              </a:rPr>
              <a:t>003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4088FB5-8429-9387-AE1B-16BB52B9B2E4}"/>
              </a:ext>
            </a:extLst>
          </p:cNvPr>
          <p:cNvSpPr txBox="1"/>
          <p:nvPr/>
        </p:nvSpPr>
        <p:spPr>
          <a:xfrm>
            <a:off x="6250025" y="2765499"/>
            <a:ext cx="34817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chemeClr val="bg1"/>
                </a:solidFill>
              </a:rPr>
              <a:t>006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9B45FA36-06E6-AF3C-C424-DEDE05823927}"/>
                  </a:ext>
                </a:extLst>
              </p:cNvPr>
              <p:cNvSpPr txBox="1"/>
              <p:nvPr/>
            </p:nvSpPr>
            <p:spPr>
              <a:xfrm>
                <a:off x="4654153" y="3133115"/>
                <a:ext cx="360099" cy="21736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type m:val="skw"/>
                          <m:ctrlPr>
                            <a:rPr lang="en-US" sz="6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sz="600" b="0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en-US" sz="6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𝜆</m:t>
                          </m:r>
                        </m:num>
                        <m:den>
                          <m:r>
                            <a:rPr lang="en-US" sz="6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𝜆</m:t>
                          </m:r>
                        </m:den>
                      </m:f>
                    </m:oMath>
                  </m:oMathPara>
                </a14:m>
                <a:endParaRPr lang="en-US" sz="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9B45FA36-06E6-AF3C-C424-DEDE058239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4153" y="3133115"/>
                <a:ext cx="360099" cy="217367"/>
              </a:xfrm>
              <a:prstGeom prst="rect">
                <a:avLst/>
              </a:prstGeom>
              <a:blipFill>
                <a:blip r:embed="rId3"/>
                <a:stretch>
                  <a:fillRect t="-72222" r="-48333" b="-1222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9596E84D-1919-1520-0210-2BB0B14D1C7F}"/>
              </a:ext>
            </a:extLst>
          </p:cNvPr>
          <p:cNvCxnSpPr>
            <a:cxnSpLocks/>
          </p:cNvCxnSpPr>
          <p:nvPr/>
        </p:nvCxnSpPr>
        <p:spPr>
          <a:xfrm>
            <a:off x="4438650" y="3473452"/>
            <a:ext cx="279008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0B6E10FB-2E56-5380-BBCE-0420BD769738}"/>
                  </a:ext>
                </a:extLst>
              </p:cNvPr>
              <p:cNvSpPr txBox="1"/>
              <p:nvPr/>
            </p:nvSpPr>
            <p:spPr>
              <a:xfrm>
                <a:off x="4200109" y="3416520"/>
                <a:ext cx="319959" cy="15388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" b="0" i="1" smtClean="0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sz="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400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0B6E10FB-2E56-5380-BBCE-0420BD7697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00109" y="3416520"/>
                <a:ext cx="319959" cy="15388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2A8D7ABE-F464-4002-B020-74B5BA89BF6F}"/>
              </a:ext>
            </a:extLst>
          </p:cNvPr>
          <p:cNvCxnSpPr>
            <a:cxnSpLocks/>
          </p:cNvCxnSpPr>
          <p:nvPr/>
        </p:nvCxnSpPr>
        <p:spPr>
          <a:xfrm>
            <a:off x="4239823" y="2819755"/>
            <a:ext cx="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C3C29276-9F90-DB1E-78F6-E0BD2A605DF5}"/>
              </a:ext>
            </a:extLst>
          </p:cNvPr>
          <p:cNvCxnSpPr>
            <a:cxnSpLocks/>
          </p:cNvCxnSpPr>
          <p:nvPr/>
        </p:nvCxnSpPr>
        <p:spPr>
          <a:xfrm>
            <a:off x="4276725" y="2992294"/>
            <a:ext cx="130969" cy="0"/>
          </a:xfrm>
          <a:prstGeom prst="line">
            <a:avLst/>
          </a:prstGeom>
          <a:ln w="9525">
            <a:prstDash val="sysDot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4B13C3A9-BC74-0F07-D1D8-32F93984EC56}"/>
              </a:ext>
            </a:extLst>
          </p:cNvPr>
          <p:cNvCxnSpPr>
            <a:cxnSpLocks/>
          </p:cNvCxnSpPr>
          <p:nvPr/>
        </p:nvCxnSpPr>
        <p:spPr>
          <a:xfrm>
            <a:off x="4307681" y="3410820"/>
            <a:ext cx="0" cy="53899"/>
          </a:xfrm>
          <a:prstGeom prst="line">
            <a:avLst/>
          </a:prstGeom>
          <a:ln w="9525">
            <a:prstDash val="sysDot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837BD0EC-45C4-CF78-7655-8569945B6392}"/>
                  </a:ext>
                </a:extLst>
              </p:cNvPr>
              <p:cNvSpPr txBox="1"/>
              <p:nvPr/>
            </p:nvSpPr>
            <p:spPr>
              <a:xfrm rot="16200000">
                <a:off x="4071306" y="2917676"/>
                <a:ext cx="368781" cy="153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" b="0" i="1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sz="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4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837BD0EC-45C4-CF78-7655-8569945B63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4071306" y="2917676"/>
                <a:ext cx="368781" cy="153888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E6EA08B8-9557-85A5-7CB2-8B53B766AF89}"/>
              </a:ext>
            </a:extLst>
          </p:cNvPr>
          <p:cNvCxnSpPr>
            <a:cxnSpLocks/>
          </p:cNvCxnSpPr>
          <p:nvPr/>
        </p:nvCxnSpPr>
        <p:spPr>
          <a:xfrm>
            <a:off x="4256399" y="3100388"/>
            <a:ext cx="0" cy="32623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64AA8985-AF08-05D6-F26F-9981B60D3DDE}"/>
              </a:ext>
            </a:extLst>
          </p:cNvPr>
          <p:cNvCxnSpPr>
            <a:cxnSpLocks/>
          </p:cNvCxnSpPr>
          <p:nvPr/>
        </p:nvCxnSpPr>
        <p:spPr>
          <a:xfrm flipV="1">
            <a:off x="4256399" y="2532886"/>
            <a:ext cx="0" cy="37462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1637244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</TotalTime>
  <Words>9</Words>
  <Application>Microsoft Office PowerPoint</Application>
  <PresentationFormat>Widescreen</PresentationFormat>
  <Paragraphs>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Cambria Math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Beckwitt, David (MU-Student)</dc:creator>
  <cp:lastModifiedBy>Beckwitt, David (MU-Student)</cp:lastModifiedBy>
  <cp:revision>1</cp:revision>
  <dcterms:created xsi:type="dcterms:W3CDTF">2026-05-09T18:46:56Z</dcterms:created>
  <dcterms:modified xsi:type="dcterms:W3CDTF">2026-05-09T19:11:28Z</dcterms:modified>
</cp:coreProperties>
</file>