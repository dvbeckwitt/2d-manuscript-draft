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DB6656-2E58-4C49-83AC-339DD8F1D5BE}" v="126" dt="2026-05-22T14:55:00.3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Beckwitt" userId="bdca50846bee3b35" providerId="LiveId" clId="{77C57F99-3B40-463A-9855-34DA2A8048A2}"/>
    <pc:docChg chg="undo custSel addSld delSld modSld">
      <pc:chgData name="David Beckwitt" userId="bdca50846bee3b35" providerId="LiveId" clId="{77C57F99-3B40-463A-9855-34DA2A8048A2}" dt="2026-05-22T14:58:10.049" v="516" actId="47"/>
      <pc:docMkLst>
        <pc:docMk/>
      </pc:docMkLst>
      <pc:sldChg chg="addSp delSp modSp del mod">
        <pc:chgData name="David Beckwitt" userId="bdca50846bee3b35" providerId="LiveId" clId="{77C57F99-3B40-463A-9855-34DA2A8048A2}" dt="2026-05-22T14:58:10.049" v="516" actId="47"/>
        <pc:sldMkLst>
          <pc:docMk/>
          <pc:sldMk cId="2316372449" sldId="256"/>
        </pc:sldMkLst>
        <pc:spChg chg="add mod">
          <ac:chgData name="David Beckwitt" userId="bdca50846bee3b35" providerId="LiveId" clId="{77C57F99-3B40-463A-9855-34DA2A8048A2}" dt="2026-05-15T15:17:32.498" v="41" actId="1076"/>
          <ac:spMkLst>
            <pc:docMk/>
            <pc:sldMk cId="2316372449" sldId="256"/>
            <ac:spMk id="2" creationId="{837BD0EC-45C4-CF78-7655-8569945B6392}"/>
          </ac:spMkLst>
        </pc:spChg>
        <pc:spChg chg="add mod">
          <ac:chgData name="David Beckwitt" userId="bdca50846bee3b35" providerId="LiveId" clId="{77C57F99-3B40-463A-9855-34DA2A8048A2}" dt="2026-05-22T14:51:03.933" v="388" actId="20577"/>
          <ac:spMkLst>
            <pc:docMk/>
            <pc:sldMk cId="2316372449" sldId="256"/>
            <ac:spMk id="4" creationId="{AFCA8086-2622-10CA-5D95-417674A50EEA}"/>
          </ac:spMkLst>
        </pc:spChg>
        <pc:spChg chg="mod">
          <ac:chgData name="David Beckwitt" userId="bdca50846bee3b35" providerId="LiveId" clId="{77C57F99-3B40-463A-9855-34DA2A8048A2}" dt="2026-05-15T15:17:32.498" v="41" actId="1076"/>
          <ac:spMkLst>
            <pc:docMk/>
            <pc:sldMk cId="2316372449" sldId="256"/>
            <ac:spMk id="10" creationId="{8618C7CB-B30B-949A-AA4F-6C1CE713FFCA}"/>
          </ac:spMkLst>
        </pc:spChg>
        <pc:spChg chg="mod">
          <ac:chgData name="David Beckwitt" userId="bdca50846bee3b35" providerId="LiveId" clId="{77C57F99-3B40-463A-9855-34DA2A8048A2}" dt="2026-05-22T14:51:10.522" v="391" actId="20577"/>
          <ac:spMkLst>
            <pc:docMk/>
            <pc:sldMk cId="2316372449" sldId="256"/>
            <ac:spMk id="11" creationId="{B76C0F0F-EA28-FE99-B01C-051336B89243}"/>
          </ac:spMkLst>
        </pc:spChg>
        <pc:spChg chg="mod">
          <ac:chgData name="David Beckwitt" userId="bdca50846bee3b35" providerId="LiveId" clId="{77C57F99-3B40-463A-9855-34DA2A8048A2}" dt="2026-05-22T14:51:25.373" v="398" actId="1076"/>
          <ac:spMkLst>
            <pc:docMk/>
            <pc:sldMk cId="2316372449" sldId="256"/>
            <ac:spMk id="12" creationId="{A4088FB5-8429-9387-AE1B-16BB52B9B2E4}"/>
          </ac:spMkLst>
        </pc:spChg>
        <pc:spChg chg="del mod">
          <ac:chgData name="David Beckwitt" userId="bdca50846bee3b35" providerId="LiveId" clId="{77C57F99-3B40-463A-9855-34DA2A8048A2}" dt="2026-05-22T14:49:34.228" v="359" actId="478"/>
          <ac:spMkLst>
            <pc:docMk/>
            <pc:sldMk cId="2316372449" sldId="256"/>
            <ac:spMk id="16" creationId="{9B45FA36-06E6-AF3C-C424-DEDE05823927}"/>
          </ac:spMkLst>
        </pc:spChg>
        <pc:spChg chg="mod">
          <ac:chgData name="David Beckwitt" userId="bdca50846bee3b35" providerId="LiveId" clId="{77C57F99-3B40-463A-9855-34DA2A8048A2}" dt="2026-05-15T15:17:32.498" v="41" actId="1076"/>
          <ac:spMkLst>
            <pc:docMk/>
            <pc:sldMk cId="2316372449" sldId="256"/>
            <ac:spMk id="33" creationId="{0B6E10FB-2E56-5380-BBCE-0420BD769738}"/>
          </ac:spMkLst>
        </pc:spChg>
        <pc:picChg chg="mod">
          <ac:chgData name="David Beckwitt" userId="bdca50846bee3b35" providerId="LiveId" clId="{77C57F99-3B40-463A-9855-34DA2A8048A2}" dt="2026-05-15T15:17:32.498" v="41" actId="1076"/>
          <ac:picMkLst>
            <pc:docMk/>
            <pc:sldMk cId="2316372449" sldId="256"/>
            <ac:picMk id="5" creationId="{AE8BFCDB-8BDF-E5FD-7CEE-3B77F6FA0F27}"/>
          </ac:picMkLst>
        </pc:picChg>
        <pc:cxnChg chg="add mod">
          <ac:chgData name="David Beckwitt" userId="bdca50846bee3b35" providerId="LiveId" clId="{77C57F99-3B40-463A-9855-34DA2A8048A2}" dt="2026-05-09T19:10:10.305" v="13" actId="14100"/>
          <ac:cxnSpMkLst>
            <pc:docMk/>
            <pc:sldMk cId="2316372449" sldId="256"/>
            <ac:cxnSpMk id="3" creationId="{E6EA08B8-9557-85A5-7CB2-8B53B766AF89}"/>
          </ac:cxnSpMkLst>
        </pc:cxnChg>
        <pc:cxnChg chg="del">
          <ac:chgData name="David Beckwitt" userId="bdca50846bee3b35" providerId="LiveId" clId="{77C57F99-3B40-463A-9855-34DA2A8048A2}" dt="2026-05-22T14:49:35.140" v="360" actId="478"/>
          <ac:cxnSpMkLst>
            <pc:docMk/>
            <pc:sldMk cId="2316372449" sldId="256"/>
            <ac:cxnSpMk id="7" creationId="{C9731943-CCF6-746A-FB90-A028B784C0F4}"/>
          </ac:cxnSpMkLst>
        </pc:cxnChg>
        <pc:cxnChg chg="del">
          <ac:chgData name="David Beckwitt" userId="bdca50846bee3b35" providerId="LiveId" clId="{77C57F99-3B40-463A-9855-34DA2A8048A2}" dt="2026-05-22T14:49:32.639" v="358" actId="478"/>
          <ac:cxnSpMkLst>
            <pc:docMk/>
            <pc:sldMk cId="2316372449" sldId="256"/>
            <ac:cxnSpMk id="8" creationId="{138FE7A0-0D96-E7C5-7242-61C80C5B816E}"/>
          </ac:cxnSpMkLst>
        </pc:cxnChg>
        <pc:cxnChg chg="add mod">
          <ac:chgData name="David Beckwitt" userId="bdca50846bee3b35" providerId="LiveId" clId="{77C57F99-3B40-463A-9855-34DA2A8048A2}" dt="2026-05-15T15:17:32.498" v="41" actId="1076"/>
          <ac:cxnSpMkLst>
            <pc:docMk/>
            <pc:sldMk cId="2316372449" sldId="256"/>
            <ac:cxnSpMk id="13" creationId="{64AA8985-AF08-05D6-F26F-9981B60D3DDE}"/>
          </ac:cxnSpMkLst>
        </pc:cxnChg>
        <pc:cxnChg chg="add mod">
          <ac:chgData name="David Beckwitt" userId="bdca50846bee3b35" providerId="LiveId" clId="{77C57F99-3B40-463A-9855-34DA2A8048A2}" dt="2026-05-22T14:50:53.628" v="379" actId="14100"/>
          <ac:cxnSpMkLst>
            <pc:docMk/>
            <pc:sldMk cId="2316372449" sldId="256"/>
            <ac:cxnSpMk id="15" creationId="{A4DF171F-1C4A-582F-ABDB-6992998C1923}"/>
          </ac:cxnSpMkLst>
        </pc:cxnChg>
        <pc:cxnChg chg="add mod">
          <ac:chgData name="David Beckwitt" userId="bdca50846bee3b35" providerId="LiveId" clId="{77C57F99-3B40-463A-9855-34DA2A8048A2}" dt="2026-05-22T14:51:27.508" v="399" actId="1076"/>
          <ac:cxnSpMkLst>
            <pc:docMk/>
            <pc:sldMk cId="2316372449" sldId="256"/>
            <ac:cxnSpMk id="18" creationId="{CDE9D576-5410-00CD-6B9F-C408485FA7AA}"/>
          </ac:cxnSpMkLst>
        </pc:cxnChg>
        <pc:cxnChg chg="add del mod">
          <ac:chgData name="David Beckwitt" userId="bdca50846bee3b35" providerId="LiveId" clId="{77C57F99-3B40-463A-9855-34DA2A8048A2}" dt="2026-05-22T14:50:26.182" v="372" actId="478"/>
          <ac:cxnSpMkLst>
            <pc:docMk/>
            <pc:sldMk cId="2316372449" sldId="256"/>
            <ac:cxnSpMk id="20" creationId="{843DBBF2-6050-6B72-040B-B4E9197DF06B}"/>
          </ac:cxnSpMkLst>
        </pc:cxnChg>
        <pc:cxnChg chg="mod">
          <ac:chgData name="David Beckwitt" userId="bdca50846bee3b35" providerId="LiveId" clId="{77C57F99-3B40-463A-9855-34DA2A8048A2}" dt="2026-05-15T15:17:32.498" v="41" actId="1076"/>
          <ac:cxnSpMkLst>
            <pc:docMk/>
            <pc:sldMk cId="2316372449" sldId="256"/>
            <ac:cxnSpMk id="47" creationId="{C3C29276-9F90-DB1E-78F6-E0BD2A605DF5}"/>
          </ac:cxnSpMkLst>
        </pc:cxnChg>
        <pc:cxnChg chg="mod">
          <ac:chgData name="David Beckwitt" userId="bdca50846bee3b35" providerId="LiveId" clId="{77C57F99-3B40-463A-9855-34DA2A8048A2}" dt="2026-05-15T15:17:32.498" v="41" actId="1076"/>
          <ac:cxnSpMkLst>
            <pc:docMk/>
            <pc:sldMk cId="2316372449" sldId="256"/>
            <ac:cxnSpMk id="74" creationId="{4B13C3A9-BC74-0F07-D1D8-32F93984EC56}"/>
          </ac:cxnSpMkLst>
        </pc:cxnChg>
      </pc:sldChg>
      <pc:sldChg chg="addSp delSp modSp new mod">
        <pc:chgData name="David Beckwitt" userId="bdca50846bee3b35" providerId="LiveId" clId="{77C57F99-3B40-463A-9855-34DA2A8048A2}" dt="2026-05-22T14:57:29.886" v="515" actId="478"/>
        <pc:sldMkLst>
          <pc:docMk/>
          <pc:sldMk cId="1470611967" sldId="257"/>
        </pc:sldMkLst>
        <pc:spChg chg="add mod ord topLvl">
          <ac:chgData name="David Beckwitt" userId="bdca50846bee3b35" providerId="LiveId" clId="{77C57F99-3B40-463A-9855-34DA2A8048A2}" dt="2026-05-22T14:53:09.318" v="429" actId="1076"/>
          <ac:spMkLst>
            <pc:docMk/>
            <pc:sldMk cId="1470611967" sldId="257"/>
            <ac:spMk id="8" creationId="{8D252627-EFFF-2191-2497-7F94E37DF607}"/>
          </ac:spMkLst>
        </pc:spChg>
        <pc:spChg chg="add mod">
          <ac:chgData name="David Beckwitt" userId="bdca50846bee3b35" providerId="LiveId" clId="{77C57F99-3B40-463A-9855-34DA2A8048A2}" dt="2026-05-15T15:21:00.082" v="152" actId="1076"/>
          <ac:spMkLst>
            <pc:docMk/>
            <pc:sldMk cId="1470611967" sldId="257"/>
            <ac:spMk id="9" creationId="{6EAE7541-62BB-C79F-C357-4E8276F636C0}"/>
          </ac:spMkLst>
        </pc:spChg>
        <pc:spChg chg="add mod">
          <ac:chgData name="David Beckwitt" userId="bdca50846bee3b35" providerId="LiveId" clId="{77C57F99-3B40-463A-9855-34DA2A8048A2}" dt="2026-05-22T14:52:33.454" v="417" actId="1076"/>
          <ac:spMkLst>
            <pc:docMk/>
            <pc:sldMk cId="1470611967" sldId="257"/>
            <ac:spMk id="15" creationId="{788B673D-157E-9B2A-8614-C8E79795BD7B}"/>
          </ac:spMkLst>
        </pc:spChg>
        <pc:spChg chg="add mod">
          <ac:chgData name="David Beckwitt" userId="bdca50846bee3b35" providerId="LiveId" clId="{77C57F99-3B40-463A-9855-34DA2A8048A2}" dt="2026-05-22T14:52:33.454" v="417" actId="1076"/>
          <ac:spMkLst>
            <pc:docMk/>
            <pc:sldMk cId="1470611967" sldId="257"/>
            <ac:spMk id="17" creationId="{350A3AF6-2E9C-C6BA-4F88-2F8B1B287D13}"/>
          </ac:spMkLst>
        </pc:spChg>
        <pc:spChg chg="add mod">
          <ac:chgData name="David Beckwitt" userId="bdca50846bee3b35" providerId="LiveId" clId="{77C57F99-3B40-463A-9855-34DA2A8048A2}" dt="2026-05-22T14:52:33.454" v="417" actId="1076"/>
          <ac:spMkLst>
            <pc:docMk/>
            <pc:sldMk cId="1470611967" sldId="257"/>
            <ac:spMk id="18" creationId="{70734D3D-338B-7AF2-88BE-7CB14D64A42C}"/>
          </ac:spMkLst>
        </pc:spChg>
        <pc:spChg chg="add del mod ord">
          <ac:chgData name="David Beckwitt" userId="bdca50846bee3b35" providerId="LiveId" clId="{77C57F99-3B40-463A-9855-34DA2A8048A2}" dt="2026-05-22T14:57:29.886" v="515" actId="478"/>
          <ac:spMkLst>
            <pc:docMk/>
            <pc:sldMk cId="1470611967" sldId="257"/>
            <ac:spMk id="21" creationId="{EFF3E8ED-2FD2-ED54-B1CD-DD81B1515211}"/>
          </ac:spMkLst>
        </pc:spChg>
        <pc:spChg chg="add mod">
          <ac:chgData name="David Beckwitt" userId="bdca50846bee3b35" providerId="LiveId" clId="{77C57F99-3B40-463A-9855-34DA2A8048A2}" dt="2026-05-22T14:52:33.454" v="417" actId="1076"/>
          <ac:spMkLst>
            <pc:docMk/>
            <pc:sldMk cId="1470611967" sldId="257"/>
            <ac:spMk id="22" creationId="{DF2AA07B-3199-8FAF-51E8-4E4D9CE6748D}"/>
          </ac:spMkLst>
        </pc:spChg>
        <pc:spChg chg="add mod">
          <ac:chgData name="David Beckwitt" userId="bdca50846bee3b35" providerId="LiveId" clId="{77C57F99-3B40-463A-9855-34DA2A8048A2}" dt="2026-05-22T14:52:33.454" v="417" actId="1076"/>
          <ac:spMkLst>
            <pc:docMk/>
            <pc:sldMk cId="1470611967" sldId="257"/>
            <ac:spMk id="26" creationId="{F660A513-932D-4092-D144-F1B4A3484174}"/>
          </ac:spMkLst>
        </pc:spChg>
        <pc:spChg chg="add mod">
          <ac:chgData name="David Beckwitt" userId="bdca50846bee3b35" providerId="LiveId" clId="{77C57F99-3B40-463A-9855-34DA2A8048A2}" dt="2026-05-22T14:52:33.454" v="417" actId="1076"/>
          <ac:spMkLst>
            <pc:docMk/>
            <pc:sldMk cId="1470611967" sldId="257"/>
            <ac:spMk id="29" creationId="{A97A570E-1238-0450-ECD6-1A04E64BD89E}"/>
          </ac:spMkLst>
        </pc:spChg>
        <pc:spChg chg="add mod">
          <ac:chgData name="David Beckwitt" userId="bdca50846bee3b35" providerId="LiveId" clId="{77C57F99-3B40-463A-9855-34DA2A8048A2}" dt="2026-05-22T14:53:15.840" v="434" actId="1076"/>
          <ac:spMkLst>
            <pc:docMk/>
            <pc:sldMk cId="1470611967" sldId="257"/>
            <ac:spMk id="35" creationId="{174376D8-2555-1A8C-C3DF-CE45E8EF728E}"/>
          </ac:spMkLst>
        </pc:spChg>
        <pc:spChg chg="add mod">
          <ac:chgData name="David Beckwitt" userId="bdca50846bee3b35" providerId="LiveId" clId="{77C57F99-3B40-463A-9855-34DA2A8048A2}" dt="2026-05-22T14:53:15.840" v="434" actId="1076"/>
          <ac:spMkLst>
            <pc:docMk/>
            <pc:sldMk cId="1470611967" sldId="257"/>
            <ac:spMk id="36" creationId="{665B6091-0FCB-51C4-CCBF-7985F591DC7B}"/>
          </ac:spMkLst>
        </pc:spChg>
        <pc:spChg chg="add mod">
          <ac:chgData name="David Beckwitt" userId="bdca50846bee3b35" providerId="LiveId" clId="{77C57F99-3B40-463A-9855-34DA2A8048A2}" dt="2026-05-22T14:53:15.840" v="434" actId="1076"/>
          <ac:spMkLst>
            <pc:docMk/>
            <pc:sldMk cId="1470611967" sldId="257"/>
            <ac:spMk id="37" creationId="{A5ACA414-8BE1-4F04-D545-2DAC43BB07C8}"/>
          </ac:spMkLst>
        </pc:spChg>
        <pc:spChg chg="add mod">
          <ac:chgData name="David Beckwitt" userId="bdca50846bee3b35" providerId="LiveId" clId="{77C57F99-3B40-463A-9855-34DA2A8048A2}" dt="2026-05-22T14:53:15.840" v="434" actId="1076"/>
          <ac:spMkLst>
            <pc:docMk/>
            <pc:sldMk cId="1470611967" sldId="257"/>
            <ac:spMk id="39" creationId="{F4815883-62EB-1DCE-9B91-FEC1651C271E}"/>
          </ac:spMkLst>
        </pc:spChg>
        <pc:spChg chg="add mod">
          <ac:chgData name="David Beckwitt" userId="bdca50846bee3b35" providerId="LiveId" clId="{77C57F99-3B40-463A-9855-34DA2A8048A2}" dt="2026-05-22T14:53:15.840" v="434" actId="1076"/>
          <ac:spMkLst>
            <pc:docMk/>
            <pc:sldMk cId="1470611967" sldId="257"/>
            <ac:spMk id="43" creationId="{1D60B34B-D232-D96E-8A10-C0D51F856FDF}"/>
          </ac:spMkLst>
        </pc:spChg>
        <pc:spChg chg="add mod">
          <ac:chgData name="David Beckwitt" userId="bdca50846bee3b35" providerId="LiveId" clId="{77C57F99-3B40-463A-9855-34DA2A8048A2}" dt="2026-05-22T14:53:15.840" v="434" actId="1076"/>
          <ac:spMkLst>
            <pc:docMk/>
            <pc:sldMk cId="1470611967" sldId="257"/>
            <ac:spMk id="46" creationId="{91304BB0-FDE1-6FC2-FFF0-22C57E621B5E}"/>
          </ac:spMkLst>
        </pc:spChg>
        <pc:spChg chg="add mod topLvl">
          <ac:chgData name="David Beckwitt" userId="bdca50846bee3b35" providerId="LiveId" clId="{77C57F99-3B40-463A-9855-34DA2A8048A2}" dt="2026-05-22T14:54:49.669" v="484" actId="165"/>
          <ac:spMkLst>
            <pc:docMk/>
            <pc:sldMk cId="1470611967" sldId="257"/>
            <ac:spMk id="50" creationId="{1FF5C6C6-7FF3-5C0D-EAED-F5606B2DEE5D}"/>
          </ac:spMkLst>
        </pc:spChg>
        <pc:spChg chg="add mod topLvl">
          <ac:chgData name="David Beckwitt" userId="bdca50846bee3b35" providerId="LiveId" clId="{77C57F99-3B40-463A-9855-34DA2A8048A2}" dt="2026-05-22T14:54:49.669" v="484" actId="165"/>
          <ac:spMkLst>
            <pc:docMk/>
            <pc:sldMk cId="1470611967" sldId="257"/>
            <ac:spMk id="51" creationId="{63303539-9FF0-38F2-21A0-D29965DBB502}"/>
          </ac:spMkLst>
        </pc:spChg>
        <pc:spChg chg="add mod topLvl">
          <ac:chgData name="David Beckwitt" userId="bdca50846bee3b35" providerId="LiveId" clId="{77C57F99-3B40-463A-9855-34DA2A8048A2}" dt="2026-05-22T14:54:49.669" v="484" actId="165"/>
          <ac:spMkLst>
            <pc:docMk/>
            <pc:sldMk cId="1470611967" sldId="257"/>
            <ac:spMk id="52" creationId="{31154761-C0EC-B8CE-49BF-DB3BBC00AA20}"/>
          </ac:spMkLst>
        </pc:spChg>
        <pc:spChg chg="add mod topLvl">
          <ac:chgData name="David Beckwitt" userId="bdca50846bee3b35" providerId="LiveId" clId="{77C57F99-3B40-463A-9855-34DA2A8048A2}" dt="2026-05-22T14:55:03.992" v="501" actId="1076"/>
          <ac:spMkLst>
            <pc:docMk/>
            <pc:sldMk cId="1470611967" sldId="257"/>
            <ac:spMk id="54" creationId="{25228D84-3A0B-851E-A60E-55F766BFB156}"/>
          </ac:spMkLst>
        </pc:spChg>
        <pc:spChg chg="add mod topLvl">
          <ac:chgData name="David Beckwitt" userId="bdca50846bee3b35" providerId="LiveId" clId="{77C57F99-3B40-463A-9855-34DA2A8048A2}" dt="2026-05-22T14:55:24.717" v="510" actId="1035"/>
          <ac:spMkLst>
            <pc:docMk/>
            <pc:sldMk cId="1470611967" sldId="257"/>
            <ac:spMk id="58" creationId="{5BBD1742-D2FD-DF2D-AEEB-B877EC725E02}"/>
          </ac:spMkLst>
        </pc:spChg>
        <pc:spChg chg="add mod topLvl">
          <ac:chgData name="David Beckwitt" userId="bdca50846bee3b35" providerId="LiveId" clId="{77C57F99-3B40-463A-9855-34DA2A8048A2}" dt="2026-05-22T14:54:49.669" v="484" actId="165"/>
          <ac:spMkLst>
            <pc:docMk/>
            <pc:sldMk cId="1470611967" sldId="257"/>
            <ac:spMk id="61" creationId="{31DEB88D-1B15-FB24-CC53-B3A13E53E073}"/>
          </ac:spMkLst>
        </pc:spChg>
        <pc:grpChg chg="add del mod">
          <ac:chgData name="David Beckwitt" userId="bdca50846bee3b35" providerId="LiveId" clId="{77C57F99-3B40-463A-9855-34DA2A8048A2}" dt="2026-05-22T14:52:00.298" v="407" actId="21"/>
          <ac:grpSpMkLst>
            <pc:docMk/>
            <pc:sldMk cId="1470611967" sldId="257"/>
            <ac:grpSpMk id="16" creationId="{E0C9380D-0E01-195E-9440-9F0DFCE6F64F}"/>
          </ac:grpSpMkLst>
        </pc:grpChg>
        <pc:grpChg chg="add del mod">
          <ac:chgData name="David Beckwitt" userId="bdca50846bee3b35" providerId="LiveId" clId="{77C57F99-3B40-463A-9855-34DA2A8048A2}" dt="2026-05-22T14:54:49.669" v="484" actId="165"/>
          <ac:grpSpMkLst>
            <pc:docMk/>
            <pc:sldMk cId="1470611967" sldId="257"/>
            <ac:grpSpMk id="64" creationId="{92E3E2F4-96E3-6CC4-946A-8589CAE64363}"/>
          </ac:grpSpMkLst>
        </pc:grpChg>
        <pc:picChg chg="add del mod">
          <ac:chgData name="David Beckwitt" userId="bdca50846bee3b35" providerId="LiveId" clId="{77C57F99-3B40-463A-9855-34DA2A8048A2}" dt="2026-05-22T14:51:55.152" v="403" actId="21"/>
          <ac:picMkLst>
            <pc:docMk/>
            <pc:sldMk cId="1470611967" sldId="257"/>
            <ac:picMk id="3" creationId="{CB8B2378-5F13-8F5B-9DCB-0D135D82EC61}"/>
          </ac:picMkLst>
        </pc:picChg>
        <pc:picChg chg="add mod">
          <ac:chgData name="David Beckwitt" userId="bdca50846bee3b35" providerId="LiveId" clId="{77C57F99-3B40-463A-9855-34DA2A8048A2}" dt="2026-05-22T14:51:56.381" v="405"/>
          <ac:picMkLst>
            <pc:docMk/>
            <pc:sldMk cId="1470611967" sldId="257"/>
            <ac:picMk id="4" creationId="{CB8B2378-5F13-8F5B-9DCB-0D135D82EC61}"/>
          </ac:picMkLst>
        </pc:picChg>
        <pc:picChg chg="add mod ord">
          <ac:chgData name="David Beckwitt" userId="bdca50846bee3b35" providerId="LiveId" clId="{77C57F99-3B40-463A-9855-34DA2A8048A2}" dt="2026-05-22T14:55:38.350" v="513" actId="166"/>
          <ac:picMkLst>
            <pc:docMk/>
            <pc:sldMk cId="1470611967" sldId="257"/>
            <ac:picMk id="5" creationId="{649CBBC7-4B62-6664-7F06-CE2B66D6E535}"/>
          </ac:picMkLst>
        </pc:picChg>
        <pc:picChg chg="add del mod">
          <ac:chgData name="David Beckwitt" userId="bdca50846bee3b35" providerId="LiveId" clId="{77C57F99-3B40-463A-9855-34DA2A8048A2}" dt="2026-05-22T14:52:09.458" v="409" actId="478"/>
          <ac:picMkLst>
            <pc:docMk/>
            <pc:sldMk cId="1470611967" sldId="257"/>
            <ac:picMk id="6" creationId="{858B602E-9B5F-403E-C961-E66D4BB1345B}"/>
          </ac:picMkLst>
        </pc:picChg>
        <pc:picChg chg="add del mod topLvl">
          <ac:chgData name="David Beckwitt" userId="bdca50846bee3b35" providerId="LiveId" clId="{77C57F99-3B40-463A-9855-34DA2A8048A2}" dt="2026-05-22T14:52:00.298" v="407" actId="21"/>
          <ac:picMkLst>
            <pc:docMk/>
            <pc:sldMk cId="1470611967" sldId="257"/>
            <ac:picMk id="7" creationId="{858B602E-9B5F-403E-C961-E66D4BB1345B}"/>
          </ac:picMkLst>
        </pc:picChg>
        <pc:picChg chg="add del mod">
          <ac:chgData name="David Beckwitt" userId="bdca50846bee3b35" providerId="LiveId" clId="{77C57F99-3B40-463A-9855-34DA2A8048A2}" dt="2026-05-22T14:52:26.099" v="414" actId="478"/>
          <ac:picMkLst>
            <pc:docMk/>
            <pc:sldMk cId="1470611967" sldId="257"/>
            <ac:picMk id="13" creationId="{470D3FFD-5152-D0CA-7557-993647D9B7FB}"/>
          </ac:picMkLst>
        </pc:picChg>
        <pc:picChg chg="add mod">
          <ac:chgData name="David Beckwitt" userId="bdca50846bee3b35" providerId="LiveId" clId="{77C57F99-3B40-463A-9855-34DA2A8048A2}" dt="2026-05-22T14:52:33.454" v="417" actId="1076"/>
          <ac:picMkLst>
            <pc:docMk/>
            <pc:sldMk cId="1470611967" sldId="257"/>
            <ac:picMk id="14" creationId="{8672F86D-933E-CF59-414C-538798F6D459}"/>
          </ac:picMkLst>
        </pc:picChg>
        <pc:picChg chg="add del mod">
          <ac:chgData name="David Beckwitt" userId="bdca50846bee3b35" providerId="LiveId" clId="{77C57F99-3B40-463A-9855-34DA2A8048A2}" dt="2026-05-22T14:52:41.239" v="421" actId="478"/>
          <ac:picMkLst>
            <pc:docMk/>
            <pc:sldMk cId="1470611967" sldId="257"/>
            <ac:picMk id="33" creationId="{E0185388-49E5-6FF5-A9C7-BF08646FE190}"/>
          </ac:picMkLst>
        </pc:picChg>
        <pc:picChg chg="add mod">
          <ac:chgData name="David Beckwitt" userId="bdca50846bee3b35" providerId="LiveId" clId="{77C57F99-3B40-463A-9855-34DA2A8048A2}" dt="2026-05-22T14:53:15.840" v="434" actId="1076"/>
          <ac:picMkLst>
            <pc:docMk/>
            <pc:sldMk cId="1470611967" sldId="257"/>
            <ac:picMk id="34" creationId="{67BBDB1E-4844-EE4C-CEC3-2F6AF374DB9D}"/>
          </ac:picMkLst>
        </pc:picChg>
        <pc:picChg chg="add mod topLvl">
          <ac:chgData name="David Beckwitt" userId="bdca50846bee3b35" providerId="LiveId" clId="{77C57F99-3B40-463A-9855-34DA2A8048A2}" dt="2026-05-22T14:54:49.669" v="484" actId="165"/>
          <ac:picMkLst>
            <pc:docMk/>
            <pc:sldMk cId="1470611967" sldId="257"/>
            <ac:picMk id="49" creationId="{4ABD46B1-8DEC-6BEA-8FFF-8596BBF1EE6C}"/>
          </ac:picMkLst>
        </pc:picChg>
        <pc:cxnChg chg="add mod">
          <ac:chgData name="David Beckwitt" userId="bdca50846bee3b35" providerId="LiveId" clId="{77C57F99-3B40-463A-9855-34DA2A8048A2}" dt="2026-05-15T15:21:00.082" v="152" actId="1076"/>
          <ac:cxnSpMkLst>
            <pc:docMk/>
            <pc:sldMk cId="1470611967" sldId="257"/>
            <ac:cxnSpMk id="11" creationId="{E5D9F8DF-2E37-9B67-FD38-BDA29FC2FA15}"/>
          </ac:cxnSpMkLst>
        </pc:cxnChg>
        <pc:cxnChg chg="add mod">
          <ac:chgData name="David Beckwitt" userId="bdca50846bee3b35" providerId="LiveId" clId="{77C57F99-3B40-463A-9855-34DA2A8048A2}" dt="2026-05-15T15:21:00.082" v="152" actId="1076"/>
          <ac:cxnSpMkLst>
            <pc:docMk/>
            <pc:sldMk cId="1470611967" sldId="257"/>
            <ac:cxnSpMk id="12" creationId="{6F209843-1515-0494-0185-FE63EAD07790}"/>
          </ac:cxnSpMkLst>
        </pc:cxnChg>
        <pc:cxnChg chg="add mod">
          <ac:chgData name="David Beckwitt" userId="bdca50846bee3b35" providerId="LiveId" clId="{77C57F99-3B40-463A-9855-34DA2A8048A2}" dt="2026-05-22T14:52:29.819" v="416" actId="1076"/>
          <ac:cxnSpMkLst>
            <pc:docMk/>
            <pc:sldMk cId="1470611967" sldId="257"/>
            <ac:cxnSpMk id="19" creationId="{AE768B5C-03D5-E676-4F4C-56DF9DB2C294}"/>
          </ac:cxnSpMkLst>
        </pc:cxnChg>
        <pc:cxnChg chg="add del mod">
          <ac:chgData name="David Beckwitt" userId="bdca50846bee3b35" providerId="LiveId" clId="{77C57F99-3B40-463A-9855-34DA2A8048A2}" dt="2026-05-22T14:49:52.871" v="365" actId="21"/>
          <ac:cxnSpMkLst>
            <pc:docMk/>
            <pc:sldMk cId="1470611967" sldId="257"/>
            <ac:cxnSpMk id="20" creationId="{843DBBF2-6050-6B72-040B-B4E9197DF06B}"/>
          </ac:cxnSpMkLst>
        </pc:cxnChg>
        <pc:cxnChg chg="add mod">
          <ac:chgData name="David Beckwitt" userId="bdca50846bee3b35" providerId="LiveId" clId="{77C57F99-3B40-463A-9855-34DA2A8048A2}" dt="2026-05-22T14:52:33.454" v="417" actId="1076"/>
          <ac:cxnSpMkLst>
            <pc:docMk/>
            <pc:sldMk cId="1470611967" sldId="257"/>
            <ac:cxnSpMk id="28" creationId="{8E2B0809-4E48-12AB-16BB-6FB352BB2E02}"/>
          </ac:cxnSpMkLst>
        </pc:cxnChg>
        <pc:cxnChg chg="add mod">
          <ac:chgData name="David Beckwitt" userId="bdca50846bee3b35" providerId="LiveId" clId="{77C57F99-3B40-463A-9855-34DA2A8048A2}" dt="2026-05-22T14:52:33.454" v="417" actId="1076"/>
          <ac:cxnSpMkLst>
            <pc:docMk/>
            <pc:sldMk cId="1470611967" sldId="257"/>
            <ac:cxnSpMk id="30" creationId="{3F2AC2D7-2223-7AAB-62DC-0CA7D27A0D0D}"/>
          </ac:cxnSpMkLst>
        </pc:cxnChg>
        <pc:cxnChg chg="mod">
          <ac:chgData name="David Beckwitt" userId="bdca50846bee3b35" providerId="LiveId" clId="{77C57F99-3B40-463A-9855-34DA2A8048A2}" dt="2026-05-22T14:52:33.454" v="417" actId="1076"/>
          <ac:cxnSpMkLst>
            <pc:docMk/>
            <pc:sldMk cId="1470611967" sldId="257"/>
            <ac:cxnSpMk id="31" creationId="{F3E0EB53-605E-72F4-77D6-7FE21D089649}"/>
          </ac:cxnSpMkLst>
        </pc:cxnChg>
        <pc:cxnChg chg="mod">
          <ac:chgData name="David Beckwitt" userId="bdca50846bee3b35" providerId="LiveId" clId="{77C57F99-3B40-463A-9855-34DA2A8048A2}" dt="2026-05-22T14:53:15.429" v="433" actId="1076"/>
          <ac:cxnSpMkLst>
            <pc:docMk/>
            <pc:sldMk cId="1470611967" sldId="257"/>
            <ac:cxnSpMk id="38" creationId="{D614CC95-0CC1-FD42-3FD5-537C9A9B871E}"/>
          </ac:cxnSpMkLst>
        </pc:cxnChg>
        <pc:cxnChg chg="add mod">
          <ac:chgData name="David Beckwitt" userId="bdca50846bee3b35" providerId="LiveId" clId="{77C57F99-3B40-463A-9855-34DA2A8048A2}" dt="2026-05-22T14:53:15.840" v="434" actId="1076"/>
          <ac:cxnSpMkLst>
            <pc:docMk/>
            <pc:sldMk cId="1470611967" sldId="257"/>
            <ac:cxnSpMk id="42" creationId="{5A5A0923-08DD-0292-C7D9-273AC4D16996}"/>
          </ac:cxnSpMkLst>
        </pc:cxnChg>
        <pc:cxnChg chg="mod">
          <ac:chgData name="David Beckwitt" userId="bdca50846bee3b35" providerId="LiveId" clId="{77C57F99-3B40-463A-9855-34DA2A8048A2}" dt="2026-05-22T14:53:15.138" v="432" actId="1076"/>
          <ac:cxnSpMkLst>
            <pc:docMk/>
            <pc:sldMk cId="1470611967" sldId="257"/>
            <ac:cxnSpMk id="44" creationId="{327A877F-7461-FE88-0F68-B5A591EDE529}"/>
          </ac:cxnSpMkLst>
        </pc:cxnChg>
        <pc:cxnChg chg="add mod">
          <ac:chgData name="David Beckwitt" userId="bdca50846bee3b35" providerId="LiveId" clId="{77C57F99-3B40-463A-9855-34DA2A8048A2}" dt="2026-05-22T14:53:15.840" v="434" actId="1076"/>
          <ac:cxnSpMkLst>
            <pc:docMk/>
            <pc:sldMk cId="1470611967" sldId="257"/>
            <ac:cxnSpMk id="45" creationId="{F05AD7C0-C662-0FFA-F680-CF1747B6BA58}"/>
          </ac:cxnSpMkLst>
        </pc:cxnChg>
        <pc:cxnChg chg="add mod">
          <ac:chgData name="David Beckwitt" userId="bdca50846bee3b35" providerId="LiveId" clId="{77C57F99-3B40-463A-9855-34DA2A8048A2}" dt="2026-05-22T14:53:15.840" v="434" actId="1076"/>
          <ac:cxnSpMkLst>
            <pc:docMk/>
            <pc:sldMk cId="1470611967" sldId="257"/>
            <ac:cxnSpMk id="47" creationId="{3EEDE358-257C-7324-1A83-6DAF8EA71354}"/>
          </ac:cxnSpMkLst>
        </pc:cxnChg>
        <pc:cxnChg chg="mod">
          <ac:chgData name="David Beckwitt" userId="bdca50846bee3b35" providerId="LiveId" clId="{77C57F99-3B40-463A-9855-34DA2A8048A2}" dt="2026-05-22T14:55:09.771" v="502" actId="1582"/>
          <ac:cxnSpMkLst>
            <pc:docMk/>
            <pc:sldMk cId="1470611967" sldId="257"/>
            <ac:cxnSpMk id="53" creationId="{648CC883-0AD7-9ED3-D116-807E348CCB0F}"/>
          </ac:cxnSpMkLst>
        </pc:cxnChg>
        <pc:cxnChg chg="mod">
          <ac:chgData name="David Beckwitt" userId="bdca50846bee3b35" providerId="LiveId" clId="{77C57F99-3B40-463A-9855-34DA2A8048A2}" dt="2026-05-22T14:54:33.620" v="472" actId="1582"/>
          <ac:cxnSpMkLst>
            <pc:docMk/>
            <pc:sldMk cId="1470611967" sldId="257"/>
            <ac:cxnSpMk id="56" creationId="{7A624D92-6CBA-D6EE-4AF2-C9E86A66854B}"/>
          </ac:cxnSpMkLst>
        </pc:cxnChg>
        <pc:cxnChg chg="add mod topLvl">
          <ac:chgData name="David Beckwitt" userId="bdca50846bee3b35" providerId="LiveId" clId="{77C57F99-3B40-463A-9855-34DA2A8048A2}" dt="2026-05-22T14:54:49.669" v="484" actId="165"/>
          <ac:cxnSpMkLst>
            <pc:docMk/>
            <pc:sldMk cId="1470611967" sldId="257"/>
            <ac:cxnSpMk id="57" creationId="{C4500A6C-7D53-8E69-2EB7-64AD2E81FAB2}"/>
          </ac:cxnSpMkLst>
        </pc:cxnChg>
        <pc:cxnChg chg="mod">
          <ac:chgData name="David Beckwitt" userId="bdca50846bee3b35" providerId="LiveId" clId="{77C57F99-3B40-463A-9855-34DA2A8048A2}" dt="2026-05-22T14:55:17.173" v="503" actId="1582"/>
          <ac:cxnSpMkLst>
            <pc:docMk/>
            <pc:sldMk cId="1470611967" sldId="257"/>
            <ac:cxnSpMk id="59" creationId="{DD6BBAB8-EC1A-94CA-62EF-A6F1AA4A3B89}"/>
          </ac:cxnSpMkLst>
        </pc:cxnChg>
        <pc:cxnChg chg="add mod">
          <ac:chgData name="David Beckwitt" userId="bdca50846bee3b35" providerId="LiveId" clId="{77C57F99-3B40-463A-9855-34DA2A8048A2}" dt="2026-05-22T14:55:20.849" v="505" actId="1076"/>
          <ac:cxnSpMkLst>
            <pc:docMk/>
            <pc:sldMk cId="1470611967" sldId="257"/>
            <ac:cxnSpMk id="60" creationId="{D06DB336-B349-6C47-809D-34EF8DEDCBA9}"/>
          </ac:cxnSpMkLst>
        </pc:cxnChg>
        <pc:cxnChg chg="add mod topLvl">
          <ac:chgData name="David Beckwitt" userId="bdca50846bee3b35" providerId="LiveId" clId="{77C57F99-3B40-463A-9855-34DA2A8048A2}" dt="2026-05-22T14:54:49.669" v="484" actId="165"/>
          <ac:cxnSpMkLst>
            <pc:docMk/>
            <pc:sldMk cId="1470611967" sldId="257"/>
            <ac:cxnSpMk id="62" creationId="{6A9113A7-7851-D6C0-B1C4-9EB7E9EC158F}"/>
          </ac:cxnSpMkLst>
        </pc:cxnChg>
        <pc:cxnChg chg="mod">
          <ac:chgData name="David Beckwitt" userId="bdca50846bee3b35" providerId="LiveId" clId="{77C57F99-3B40-463A-9855-34DA2A8048A2}" dt="2026-05-22T14:54:01.813" v="450" actId="1582"/>
          <ac:cxnSpMkLst>
            <pc:docMk/>
            <pc:sldMk cId="1470611967" sldId="257"/>
            <ac:cxnSpMk id="63" creationId="{67A9D898-7517-56A5-58AE-9279C2BBF57D}"/>
          </ac:cxnSpMkLst>
        </pc:cxnChg>
      </pc:sldChg>
      <pc:sldChg chg="addSp delSp modSp new del mod">
        <pc:chgData name="David Beckwitt" userId="bdca50846bee3b35" providerId="LiveId" clId="{77C57F99-3B40-463A-9855-34DA2A8048A2}" dt="2026-05-22T14:49:21.268" v="356" actId="47"/>
        <pc:sldMkLst>
          <pc:docMk/>
          <pc:sldMk cId="4122454811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3CCA3-CC63-297E-AB3C-86AEEE544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8FF6A6-5AFC-9845-C232-7AC84E9DB4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332FA-BF1A-BDFB-0E71-9EA09F3A6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DDC53-94E9-4C2F-ADFC-AF3EDE6B1DD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8EA15-C022-9E82-B76C-14A38749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814E4-4C33-D482-93F9-73FF4442E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DB93-3C20-4949-8103-9CF51E400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776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C6CE2-E921-106A-A48B-641A1FE63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23B15-4FA0-929E-608F-5DD83AFFE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0F05E-5831-3669-E239-007295BE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DDC53-94E9-4C2F-ADFC-AF3EDE6B1DD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B366D-A27C-2708-C3D9-3C08D4CCB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55ACB-6E8B-C632-F82B-060BFB658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DB93-3C20-4949-8103-9CF51E400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989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6C2DD-FF3A-CF9A-9D4A-D95B95424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8E535-3EC0-9FC6-2CC9-322E171DC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5F0FF-F24C-CD79-D23B-719667859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DDC53-94E9-4C2F-ADFC-AF3EDE6B1DD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798D5-8454-9C01-4305-F0B6FE7D8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A01B0-FFEC-E78D-3D76-2D0634C13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DB93-3C20-4949-8103-9CF51E400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664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77F4C-AF85-DCB0-9EA8-0402B4838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8E50D-64D5-3463-96F9-B9B672DB0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9D1388-6819-FAEB-F545-9D34E6EAB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C950A-4AD8-789E-64D3-33ABB06D7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DDC53-94E9-4C2F-ADFC-AF3EDE6B1DD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BE368-72CE-245D-96DC-79AAE5532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74A7A5-AFD9-5176-5567-8866606C2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DB93-3C20-4949-8103-9CF51E400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69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6C18C-62E5-8A10-6E66-A03077A99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2FE0C-3A3A-F1B3-D790-B2ECFFF67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51300D-78DC-2CEB-C590-553E985DD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8C1D38-ACBA-13DE-4057-4B807ABB6C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192985-78F8-F712-58DB-57FA11A611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745384-A2AB-7756-752A-382CC436C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DDC53-94E9-4C2F-ADFC-AF3EDE6B1DD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F1C07D-3BD4-51C5-03B9-A1A007AFF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AFAF90-BCE9-B7B3-539D-1FD3BA46B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DB93-3C20-4949-8103-9CF51E400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676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602FA-03B3-747C-4581-26C6208D6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EAA45-71A7-D5DA-C06B-1B447D355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DDC53-94E9-4C2F-ADFC-AF3EDE6B1DD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CF54B6-1172-AE27-6380-57A1BB825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66653-AF6C-93A9-C7F2-34FDB72E2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DB93-3C20-4949-8103-9CF51E400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572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37C319-6C94-A8BE-E2A0-52477BDF0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DDC53-94E9-4C2F-ADFC-AF3EDE6B1DD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EF46ED-CCF5-11ED-1AC7-71FDCE2EB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1FA51-522B-43DA-B57E-8EF128880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DB93-3C20-4949-8103-9CF51E400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332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C8838-A631-6636-834C-2598F9C37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C7EAB-E234-D727-64F3-14FFC3072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FFA57-A0E4-6BE4-59A3-E8EC9728DB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38DC78-11C4-F3EE-F923-D1E9EE041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DDC53-94E9-4C2F-ADFC-AF3EDE6B1DD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2413D-214A-C286-3794-F8137FAFE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623FDD-877E-3BA6-8F40-9BEA6B217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DB93-3C20-4949-8103-9CF51E400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521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93D8E-FB5C-FC53-4DD8-BD7A9AFB8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CB3E87-82AD-4A70-4BA1-6408A01F09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F0472D-F25B-F3D1-D5A5-FC4ADBDBF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37DDCE-C1F2-3AFE-A925-411805997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DDC53-94E9-4C2F-ADFC-AF3EDE6B1DD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8750F-3E66-6BC1-E6E9-192443746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50E59-EE35-5FB3-8AB5-648457ED8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DB93-3C20-4949-8103-9CF51E400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1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E8F16-5EB2-7D86-1C3B-F910BF17D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3F37EB-4BB9-EBE6-5CC2-A9F9C8194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0A3D6-5B30-4AFC-0422-E80078977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DDC53-94E9-4C2F-ADFC-AF3EDE6B1DD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38305-B23A-A4F9-DEB3-71921466E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2B232-8A59-3A76-05B6-F1B8B7F1D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DB93-3C20-4949-8103-9CF51E400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517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F2956D-6763-2E4B-C3A2-EBA6D50FAD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809792-F7A1-EB3F-7179-3557D469FB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77154-BE0E-80F5-E13B-699A307F8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DDC53-94E9-4C2F-ADFC-AF3EDE6B1DD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1966E-BC69-D987-9EDE-A780142D2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E6E73-0359-2588-4D00-1618D2D0F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FDB93-3C20-4949-8103-9CF51E400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446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CBE818-8207-EBF7-FDDD-C55E6E888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B4A19-0E63-60C4-25FB-575C9DEBF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11733-5550-E0A6-BEE0-4BAA7A3C7B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BDDC53-94E9-4C2F-ADFC-AF3EDE6B1DD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55B21-D7D7-1529-6AEB-7352447773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B3C33-3FE2-9804-86FD-1F19A4AF74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7FDB93-3C20-4949-8103-9CF51E400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338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9CBBC7-4B62-6664-7F06-CE2B66D6E5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476" y="838524"/>
            <a:ext cx="9419048" cy="518095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D252627-EFFF-2191-2497-7F94E37DF607}"/>
              </a:ext>
            </a:extLst>
          </p:cNvPr>
          <p:cNvSpPr/>
          <p:nvPr/>
        </p:nvSpPr>
        <p:spPr>
          <a:xfrm>
            <a:off x="2724896" y="941166"/>
            <a:ext cx="6742208" cy="2311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AE7541-62BB-C79F-C357-4E8276F636C0}"/>
              </a:ext>
            </a:extLst>
          </p:cNvPr>
          <p:cNvSpPr/>
          <p:nvPr/>
        </p:nvSpPr>
        <p:spPr>
          <a:xfrm>
            <a:off x="5920674" y="4761992"/>
            <a:ext cx="594166" cy="1193790"/>
          </a:xfrm>
          <a:prstGeom prst="rect">
            <a:avLst/>
          </a:prstGeom>
          <a:solidFill>
            <a:srgbClr val="FFFF00">
              <a:alpha val="6000"/>
            </a:srgb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5D9F8DF-2E37-9B67-FD38-BDA29FC2FA15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2724896" y="3252566"/>
            <a:ext cx="3492861" cy="150942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209843-1515-0494-0185-FE63EAD07790}"/>
              </a:ext>
            </a:extLst>
          </p:cNvPr>
          <p:cNvCxnSpPr>
            <a:cxnSpLocks/>
          </p:cNvCxnSpPr>
          <p:nvPr/>
        </p:nvCxnSpPr>
        <p:spPr>
          <a:xfrm flipV="1">
            <a:off x="6217757" y="3263900"/>
            <a:ext cx="3249347" cy="149809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4ABD46B1-8DEC-6BEA-8FFF-8596BBF1EE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6"/>
          <a:stretch>
            <a:fillRect/>
          </a:stretch>
        </p:blipFill>
        <p:spPr>
          <a:xfrm>
            <a:off x="2985603" y="1079753"/>
            <a:ext cx="6354685" cy="1943664"/>
          </a:xfrm>
          <a:prstGeom prst="rect">
            <a:avLst/>
          </a:prstGeom>
        </p:spPr>
      </p:pic>
      <p:sp>
        <p:nvSpPr>
          <p:cNvPr id="50" name="Right Brace 49">
            <a:extLst>
              <a:ext uri="{FF2B5EF4-FFF2-40B4-BE49-F238E27FC236}">
                <a16:creationId xmlns:a16="http://schemas.microsoft.com/office/drawing/2014/main" id="{1FF5C6C6-7FF3-5C0D-EAED-F5606B2DEE5D}"/>
              </a:ext>
            </a:extLst>
          </p:cNvPr>
          <p:cNvSpPr/>
          <p:nvPr/>
        </p:nvSpPr>
        <p:spPr>
          <a:xfrm rot="5400000">
            <a:off x="5044348" y="1427453"/>
            <a:ext cx="142520" cy="1701657"/>
          </a:xfrm>
          <a:prstGeom prst="rightBrace">
            <a:avLst>
              <a:gd name="adj1" fmla="val 62570"/>
              <a:gd name="adj2" fmla="val 46738"/>
            </a:avLst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3303539-9FF0-38F2-21A0-D29965DBB502}"/>
              </a:ext>
            </a:extLst>
          </p:cNvPr>
          <p:cNvSpPr txBox="1"/>
          <p:nvPr/>
        </p:nvSpPr>
        <p:spPr>
          <a:xfrm>
            <a:off x="4989084" y="2379884"/>
            <a:ext cx="425116" cy="277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L=3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1154761-C0EC-B8CE-49BF-DB3BBC00AA20}"/>
              </a:ext>
            </a:extLst>
          </p:cNvPr>
          <p:cNvSpPr txBox="1"/>
          <p:nvPr/>
        </p:nvSpPr>
        <p:spPr>
          <a:xfrm>
            <a:off x="7402551" y="1128685"/>
            <a:ext cx="425116" cy="277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L=6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48CC883-0AD7-9ED3-D116-807E348CCB0F}"/>
              </a:ext>
            </a:extLst>
          </p:cNvPr>
          <p:cNvCxnSpPr>
            <a:cxnSpLocks/>
          </p:cNvCxnSpPr>
          <p:nvPr/>
        </p:nvCxnSpPr>
        <p:spPr>
          <a:xfrm>
            <a:off x="3288611" y="3119833"/>
            <a:ext cx="605167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5228D84-3A0B-851E-A60E-55F766BFB156}"/>
                  </a:ext>
                </a:extLst>
              </p:cNvPr>
              <p:cNvSpPr txBox="1"/>
              <p:nvPr/>
            </p:nvSpPr>
            <p:spPr>
              <a:xfrm>
                <a:off x="2790354" y="3010469"/>
                <a:ext cx="45211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5228D84-3A0B-851E-A60E-55F766BFB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0354" y="3010469"/>
                <a:ext cx="452111" cy="2154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6ED2587-8252-F0AF-B653-7C16CD545C1D}"/>
              </a:ext>
            </a:extLst>
          </p:cNvPr>
          <p:cNvCxnSpPr>
            <a:cxnSpLocks/>
          </p:cNvCxnSpPr>
          <p:nvPr/>
        </p:nvCxnSpPr>
        <p:spPr>
          <a:xfrm>
            <a:off x="2857357" y="1701970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A624D92-6CBA-D6EE-4AF2-C9E86A66854B}"/>
              </a:ext>
            </a:extLst>
          </p:cNvPr>
          <p:cNvCxnSpPr>
            <a:cxnSpLocks/>
          </p:cNvCxnSpPr>
          <p:nvPr/>
        </p:nvCxnSpPr>
        <p:spPr>
          <a:xfrm>
            <a:off x="2937397" y="2076205"/>
            <a:ext cx="284071" cy="0"/>
          </a:xfrm>
          <a:prstGeom prst="line">
            <a:avLst/>
          </a:prstGeom>
          <a:ln w="19050"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4500A6C-7D53-8E69-2EB7-64AD2E81FAB2}"/>
              </a:ext>
            </a:extLst>
          </p:cNvPr>
          <p:cNvCxnSpPr>
            <a:cxnSpLocks/>
          </p:cNvCxnSpPr>
          <p:nvPr/>
        </p:nvCxnSpPr>
        <p:spPr>
          <a:xfrm>
            <a:off x="3004540" y="2983985"/>
            <a:ext cx="0" cy="116907"/>
          </a:xfrm>
          <a:prstGeom prst="line">
            <a:avLst/>
          </a:prstGeom>
          <a:ln w="9525"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BBD1742-D2FD-DF2D-AEEB-B877EC725E02}"/>
                  </a:ext>
                </a:extLst>
              </p:cNvPr>
              <p:cNvSpPr txBox="1"/>
              <p:nvPr/>
            </p:nvSpPr>
            <p:spPr>
              <a:xfrm rot="16200000">
                <a:off x="2491845" y="1973311"/>
                <a:ext cx="799883" cy="261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050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BBD1742-D2FD-DF2D-AEEB-B877EC725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491845" y="1973311"/>
                <a:ext cx="799883" cy="2616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D6BBAB8-EC1A-94CA-62EF-A6F1AA4A3B89}"/>
              </a:ext>
            </a:extLst>
          </p:cNvPr>
          <p:cNvCxnSpPr>
            <a:cxnSpLocks/>
          </p:cNvCxnSpPr>
          <p:nvPr/>
        </p:nvCxnSpPr>
        <p:spPr>
          <a:xfrm>
            <a:off x="2893310" y="2310660"/>
            <a:ext cx="0" cy="70759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06DB336-B349-6C47-809D-34EF8DEDCBA9}"/>
              </a:ext>
            </a:extLst>
          </p:cNvPr>
          <p:cNvCxnSpPr>
            <a:cxnSpLocks/>
          </p:cNvCxnSpPr>
          <p:nvPr/>
        </p:nvCxnSpPr>
        <p:spPr>
          <a:xfrm flipV="1">
            <a:off x="2893310" y="1079753"/>
            <a:ext cx="0" cy="8125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31DEB88D-1B15-FB24-CC53-B3A13E53E073}"/>
              </a:ext>
            </a:extLst>
          </p:cNvPr>
          <p:cNvSpPr txBox="1"/>
          <p:nvPr/>
        </p:nvSpPr>
        <p:spPr>
          <a:xfrm>
            <a:off x="3034856" y="1179049"/>
            <a:ext cx="425116" cy="277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L=0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A9113A7-7851-D6C0-B1C4-9EB7E9EC158F}"/>
              </a:ext>
            </a:extLst>
          </p:cNvPr>
          <p:cNvCxnSpPr>
            <a:cxnSpLocks/>
          </p:cNvCxnSpPr>
          <p:nvPr/>
        </p:nvCxnSpPr>
        <p:spPr>
          <a:xfrm>
            <a:off x="3197214" y="1430568"/>
            <a:ext cx="0" cy="27972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7A9D898-7517-56A5-58AE-9279C2BBF57D}"/>
              </a:ext>
            </a:extLst>
          </p:cNvPr>
          <p:cNvCxnSpPr>
            <a:cxnSpLocks/>
          </p:cNvCxnSpPr>
          <p:nvPr/>
        </p:nvCxnSpPr>
        <p:spPr>
          <a:xfrm>
            <a:off x="7570926" y="1357833"/>
            <a:ext cx="0" cy="27972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0611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15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Beckwitt, David (MU-Student)</dc:creator>
  <cp:lastModifiedBy>Beckwitt, David (MU-Student)</cp:lastModifiedBy>
  <cp:revision>1</cp:revision>
  <dcterms:created xsi:type="dcterms:W3CDTF">2026-05-09T18:46:56Z</dcterms:created>
  <dcterms:modified xsi:type="dcterms:W3CDTF">2026-05-22T14:58:11Z</dcterms:modified>
</cp:coreProperties>
</file>