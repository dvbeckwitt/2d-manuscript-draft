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3F769-6A7E-4D75-9FB8-D0A0F467EE0F}" v="107" dt="2026-05-22T17:09:07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ckwitt" userId="bdca50846bee3b35" providerId="LiveId" clId="{77C57F99-3B40-463A-9855-34DA2A8048A2}"/>
    <pc:docChg chg="custSel addSld delSld modSld">
      <pc:chgData name="David Beckwitt" userId="bdca50846bee3b35" providerId="LiveId" clId="{77C57F99-3B40-463A-9855-34DA2A8048A2}" dt="2026-05-22T17:09:51.557" v="316" actId="1037"/>
      <pc:docMkLst>
        <pc:docMk/>
      </pc:docMkLst>
      <pc:sldChg chg="addSp delSp modSp mod">
        <pc:chgData name="David Beckwitt" userId="bdca50846bee3b35" providerId="LiveId" clId="{77C57F99-3B40-463A-9855-34DA2A8048A2}" dt="2026-05-22T17:03:44.486" v="189" actId="1076"/>
        <pc:sldMkLst>
          <pc:docMk/>
          <pc:sldMk cId="193401497" sldId="256"/>
        </pc:sldMkLst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8" creationId="{5F9E35B7-8418-4993-DCEC-9C13BC0784F4}"/>
          </ac:spMkLst>
        </pc:spChg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9" creationId="{1761ACD1-97A4-7395-D90F-4F4F69B89BBF}"/>
          </ac:spMkLst>
        </pc:spChg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10" creationId="{7F25FFE2-276E-1B56-4CCB-651E90AC1637}"/>
          </ac:spMkLst>
        </pc:spChg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11" creationId="{4BEF3B6C-6A99-23CF-C124-3BE282F923EB}"/>
          </ac:spMkLst>
        </pc:spChg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17" creationId="{A5698F77-EC7A-7500-BA89-26B5D8B08236}"/>
          </ac:spMkLst>
        </pc:spChg>
        <pc:spChg chg="mod">
          <ac:chgData name="David Beckwitt" userId="bdca50846bee3b35" providerId="LiveId" clId="{77C57F99-3B40-463A-9855-34DA2A8048A2}" dt="2026-05-22T17:00:40.914" v="5" actId="1076"/>
          <ac:spMkLst>
            <pc:docMk/>
            <pc:sldMk cId="193401497" sldId="256"/>
            <ac:spMk id="18" creationId="{53C7651F-0561-43A5-2C7E-EB9F56D26062}"/>
          </ac:spMkLst>
        </pc:spChg>
        <pc:spChg chg="add mod">
          <ac:chgData name="David Beckwitt" userId="bdca50846bee3b35" providerId="LiveId" clId="{77C57F99-3B40-463A-9855-34DA2A8048A2}" dt="2026-05-22T17:02:54.587" v="109" actId="207"/>
          <ac:spMkLst>
            <pc:docMk/>
            <pc:sldMk cId="193401497" sldId="256"/>
            <ac:spMk id="21" creationId="{BDEEEF72-8384-0F19-4EC5-1CC1F01A008E}"/>
          </ac:spMkLst>
        </pc:spChg>
        <pc:spChg chg="add mod">
          <ac:chgData name="David Beckwitt" userId="bdca50846bee3b35" providerId="LiveId" clId="{77C57F99-3B40-463A-9855-34DA2A8048A2}" dt="2026-05-22T17:03:21.666" v="163" actId="1076"/>
          <ac:spMkLst>
            <pc:docMk/>
            <pc:sldMk cId="193401497" sldId="256"/>
            <ac:spMk id="22" creationId="{119F4701-C2DA-3DED-FE99-0A20920E0D26}"/>
          </ac:spMkLst>
        </pc:spChg>
        <pc:spChg chg="add mod">
          <ac:chgData name="David Beckwitt" userId="bdca50846bee3b35" providerId="LiveId" clId="{77C57F99-3B40-463A-9855-34DA2A8048A2}" dt="2026-05-22T17:03:44.486" v="189" actId="1076"/>
          <ac:spMkLst>
            <pc:docMk/>
            <pc:sldMk cId="193401497" sldId="256"/>
            <ac:spMk id="23" creationId="{98391F30-547F-6A10-AAE6-EFF435098E15}"/>
          </ac:spMkLst>
        </pc:spChg>
        <pc:picChg chg="add mod">
          <ac:chgData name="David Beckwitt" userId="bdca50846bee3b35" providerId="LiveId" clId="{77C57F99-3B40-463A-9855-34DA2A8048A2}" dt="2026-05-22T17:00:43.127" v="8" actId="1076"/>
          <ac:picMkLst>
            <pc:docMk/>
            <pc:sldMk cId="193401497" sldId="256"/>
            <ac:picMk id="4" creationId="{0339FB3F-3274-698B-10CD-7A7DDFD015E1}"/>
          </ac:picMkLst>
        </pc:picChg>
        <pc:picChg chg="mod">
          <ac:chgData name="David Beckwitt" userId="bdca50846bee3b35" providerId="LiveId" clId="{77C57F99-3B40-463A-9855-34DA2A8048A2}" dt="2026-05-22T17:00:40.914" v="5" actId="1076"/>
          <ac:picMkLst>
            <pc:docMk/>
            <pc:sldMk cId="193401497" sldId="256"/>
            <ac:picMk id="7" creationId="{3CC1235A-5E43-89F5-6F72-B3A24CDF848D}"/>
          </ac:picMkLst>
        </pc:picChg>
        <pc:cxnChg chg="mod">
          <ac:chgData name="David Beckwitt" userId="bdca50846bee3b35" providerId="LiveId" clId="{77C57F99-3B40-463A-9855-34DA2A8048A2}" dt="2026-05-22T17:00:40.914" v="5" actId="1076"/>
          <ac:cxnSpMkLst>
            <pc:docMk/>
            <pc:sldMk cId="193401497" sldId="256"/>
            <ac:cxnSpMk id="2" creationId="{0282A143-7C11-D528-4009-5F38FB168DE0}"/>
          </ac:cxnSpMkLst>
        </pc:cxnChg>
        <pc:cxnChg chg="add mod">
          <ac:chgData name="David Beckwitt" userId="bdca50846bee3b35" providerId="LiveId" clId="{77C57F99-3B40-463A-9855-34DA2A8048A2}" dt="2026-05-22T17:01:03.015" v="11" actId="693"/>
          <ac:cxnSpMkLst>
            <pc:docMk/>
            <pc:sldMk cId="193401497" sldId="256"/>
            <ac:cxnSpMk id="6" creationId="{99E8BD74-B732-F98C-DCE6-E201B31DD7CB}"/>
          </ac:cxnSpMkLst>
        </pc:cxnChg>
        <pc:cxnChg chg="mod">
          <ac:chgData name="David Beckwitt" userId="bdca50846bee3b35" providerId="LiveId" clId="{77C57F99-3B40-463A-9855-34DA2A8048A2}" dt="2026-05-22T17:00:40.914" v="5" actId="1076"/>
          <ac:cxnSpMkLst>
            <pc:docMk/>
            <pc:sldMk cId="193401497" sldId="256"/>
            <ac:cxnSpMk id="13" creationId="{ED7CB557-85BC-D489-91F1-160BAC6C3ED3}"/>
          </ac:cxnSpMkLst>
        </pc:cxnChg>
        <pc:cxnChg chg="mod">
          <ac:chgData name="David Beckwitt" userId="bdca50846bee3b35" providerId="LiveId" clId="{77C57F99-3B40-463A-9855-34DA2A8048A2}" dt="2026-05-22T17:00:40.914" v="5" actId="1076"/>
          <ac:cxnSpMkLst>
            <pc:docMk/>
            <pc:sldMk cId="193401497" sldId="256"/>
            <ac:cxnSpMk id="14" creationId="{68B11892-C12D-4C8B-E0B9-8593B582C359}"/>
          </ac:cxnSpMkLst>
        </pc:cxnChg>
        <pc:cxnChg chg="add mod">
          <ac:chgData name="David Beckwitt" userId="bdca50846bee3b35" providerId="LiveId" clId="{77C57F99-3B40-463A-9855-34DA2A8048A2}" dt="2026-05-22T17:01:26.916" v="15" actId="13822"/>
          <ac:cxnSpMkLst>
            <pc:docMk/>
            <pc:sldMk cId="193401497" sldId="256"/>
            <ac:cxnSpMk id="15" creationId="{4540F94B-4F20-8F72-5F74-7971143BF542}"/>
          </ac:cxnSpMkLst>
        </pc:cxnChg>
        <pc:cxnChg chg="add del mod">
          <ac:chgData name="David Beckwitt" userId="bdca50846bee3b35" providerId="LiveId" clId="{77C57F99-3B40-463A-9855-34DA2A8048A2}" dt="2026-05-22T17:01:18.458" v="14" actId="478"/>
          <ac:cxnSpMkLst>
            <pc:docMk/>
            <pc:sldMk cId="193401497" sldId="256"/>
            <ac:cxnSpMk id="16" creationId="{3A861791-9013-E7BD-C886-CC8821747D65}"/>
          </ac:cxnSpMkLst>
        </pc:cxnChg>
        <pc:cxnChg chg="add mod">
          <ac:chgData name="David Beckwitt" userId="bdca50846bee3b35" providerId="LiveId" clId="{77C57F99-3B40-463A-9855-34DA2A8048A2}" dt="2026-05-22T17:01:33.186" v="19" actId="1076"/>
          <ac:cxnSpMkLst>
            <pc:docMk/>
            <pc:sldMk cId="193401497" sldId="256"/>
            <ac:cxnSpMk id="19" creationId="{9B7AEBCB-3151-61B0-29CC-81DF2581F0EE}"/>
          </ac:cxnSpMkLst>
        </pc:cxnChg>
      </pc:sldChg>
      <pc:sldChg chg="addSp delSp modSp new mod">
        <pc:chgData name="David Beckwitt" userId="bdca50846bee3b35" providerId="LiveId" clId="{77C57F99-3B40-463A-9855-34DA2A8048A2}" dt="2026-05-22T17:09:51.557" v="316" actId="1037"/>
        <pc:sldMkLst>
          <pc:docMk/>
          <pc:sldMk cId="1480126713" sldId="257"/>
        </pc:sldMkLst>
        <pc:spChg chg="del">
          <ac:chgData name="David Beckwitt" userId="bdca50846bee3b35" providerId="LiveId" clId="{77C57F99-3B40-463A-9855-34DA2A8048A2}" dt="2026-05-21T16:09:20.710" v="1" actId="478"/>
          <ac:spMkLst>
            <pc:docMk/>
            <pc:sldMk cId="1480126713" sldId="257"/>
            <ac:spMk id="2" creationId="{65910E3C-8BCA-0050-0864-1BAD3B2B3AC6}"/>
          </ac:spMkLst>
        </pc:spChg>
        <pc:spChg chg="del">
          <ac:chgData name="David Beckwitt" userId="bdca50846bee3b35" providerId="LiveId" clId="{77C57F99-3B40-463A-9855-34DA2A8048A2}" dt="2026-05-21T16:09:20.710" v="1" actId="478"/>
          <ac:spMkLst>
            <pc:docMk/>
            <pc:sldMk cId="1480126713" sldId="257"/>
            <ac:spMk id="3" creationId="{7EC09764-BDA1-84B6-EBF8-D6B1A930C8E7}"/>
          </ac:spMkLst>
        </pc:spChg>
        <pc:picChg chg="add mod">
          <ac:chgData name="David Beckwitt" userId="bdca50846bee3b35" providerId="LiveId" clId="{77C57F99-3B40-463A-9855-34DA2A8048A2}" dt="2026-05-22T17:06:28.986" v="191"/>
          <ac:picMkLst>
            <pc:docMk/>
            <pc:sldMk cId="1480126713" sldId="257"/>
            <ac:picMk id="3" creationId="{FA3E60ED-0DA0-7132-6A0A-03970DE9FFD5}"/>
          </ac:picMkLst>
        </pc:picChg>
        <pc:picChg chg="add del mod">
          <ac:chgData name="David Beckwitt" userId="bdca50846bee3b35" providerId="LiveId" clId="{77C57F99-3B40-463A-9855-34DA2A8048A2}" dt="2026-05-21T16:12:32.570" v="4" actId="478"/>
          <ac:picMkLst>
            <pc:docMk/>
            <pc:sldMk cId="1480126713" sldId="257"/>
            <ac:picMk id="5" creationId="{AD857C23-0465-5343-2967-DC572475048A}"/>
          </ac:picMkLst>
        </pc:picChg>
        <pc:cxnChg chg="add mod">
          <ac:chgData name="David Beckwitt" userId="bdca50846bee3b35" providerId="LiveId" clId="{77C57F99-3B40-463A-9855-34DA2A8048A2}" dt="2026-05-22T17:09:23.846" v="297" actId="693"/>
          <ac:cxnSpMkLst>
            <pc:docMk/>
            <pc:sldMk cId="1480126713" sldId="257"/>
            <ac:cxnSpMk id="5" creationId="{123316F3-25BB-254A-094B-0248AEDA554A}"/>
          </ac:cxnSpMkLst>
        </pc:cxnChg>
        <pc:cxnChg chg="add mod">
          <ac:chgData name="David Beckwitt" userId="bdca50846bee3b35" providerId="LiveId" clId="{77C57F99-3B40-463A-9855-34DA2A8048A2}" dt="2026-05-22T17:09:23.846" v="297" actId="693"/>
          <ac:cxnSpMkLst>
            <pc:docMk/>
            <pc:sldMk cId="1480126713" sldId="257"/>
            <ac:cxnSpMk id="6" creationId="{4F40CFE6-98EA-1925-7900-CCAA0C1B93B2}"/>
          </ac:cxnSpMkLst>
        </pc:cxnChg>
        <pc:cxnChg chg="add mod">
          <ac:chgData name="David Beckwitt" userId="bdca50846bee3b35" providerId="LiveId" clId="{77C57F99-3B40-463A-9855-34DA2A8048A2}" dt="2026-05-22T17:09:23.846" v="297" actId="693"/>
          <ac:cxnSpMkLst>
            <pc:docMk/>
            <pc:sldMk cId="1480126713" sldId="257"/>
            <ac:cxnSpMk id="7" creationId="{856EFE5B-777A-4D52-29DC-A969C917C479}"/>
          </ac:cxnSpMkLst>
        </pc:cxnChg>
        <pc:cxnChg chg="add mod">
          <ac:chgData name="David Beckwitt" userId="bdca50846bee3b35" providerId="LiveId" clId="{77C57F99-3B40-463A-9855-34DA2A8048A2}" dt="2026-05-22T17:09:43.646" v="311" actId="14100"/>
          <ac:cxnSpMkLst>
            <pc:docMk/>
            <pc:sldMk cId="1480126713" sldId="257"/>
            <ac:cxnSpMk id="8" creationId="{82D65512-12D5-343F-6715-9B5CF849DA76}"/>
          </ac:cxnSpMkLst>
        </pc:cxnChg>
        <pc:cxnChg chg="add mod">
          <ac:chgData name="David Beckwitt" userId="bdca50846bee3b35" providerId="LiveId" clId="{77C57F99-3B40-463A-9855-34DA2A8048A2}" dt="2026-05-22T17:09:37.519" v="301" actId="1037"/>
          <ac:cxnSpMkLst>
            <pc:docMk/>
            <pc:sldMk cId="1480126713" sldId="257"/>
            <ac:cxnSpMk id="10" creationId="{184D6841-3F37-2B8A-C3DB-873E2C4199E4}"/>
          </ac:cxnSpMkLst>
        </pc:cxnChg>
        <pc:cxnChg chg="add mod">
          <ac:chgData name="David Beckwitt" userId="bdca50846bee3b35" providerId="LiveId" clId="{77C57F99-3B40-463A-9855-34DA2A8048A2}" dt="2026-05-22T17:07:22.097" v="215" actId="1035"/>
          <ac:cxnSpMkLst>
            <pc:docMk/>
            <pc:sldMk cId="1480126713" sldId="257"/>
            <ac:cxnSpMk id="11" creationId="{46B167F0-DEBC-CA65-9130-27538F452A9D}"/>
          </ac:cxnSpMkLst>
        </pc:cxnChg>
        <pc:cxnChg chg="add mod">
          <ac:chgData name="David Beckwitt" userId="bdca50846bee3b35" providerId="LiveId" clId="{77C57F99-3B40-463A-9855-34DA2A8048A2}" dt="2026-05-22T17:09:51.557" v="316" actId="1037"/>
          <ac:cxnSpMkLst>
            <pc:docMk/>
            <pc:sldMk cId="1480126713" sldId="257"/>
            <ac:cxnSpMk id="13" creationId="{872899B0-D4C3-B788-274A-0D6D6FF92E8C}"/>
          </ac:cxnSpMkLst>
        </pc:cxnChg>
        <pc:cxnChg chg="add mod">
          <ac:chgData name="David Beckwitt" userId="bdca50846bee3b35" providerId="LiveId" clId="{77C57F99-3B40-463A-9855-34DA2A8048A2}" dt="2026-05-22T17:07:42.889" v="230" actId="14100"/>
          <ac:cxnSpMkLst>
            <pc:docMk/>
            <pc:sldMk cId="1480126713" sldId="257"/>
            <ac:cxnSpMk id="15" creationId="{C91BCE6C-A3C6-848C-A969-AE32BE330A39}"/>
          </ac:cxnSpMkLst>
        </pc:cxnChg>
        <pc:cxnChg chg="add mod">
          <ac:chgData name="David Beckwitt" userId="bdca50846bee3b35" providerId="LiveId" clId="{77C57F99-3B40-463A-9855-34DA2A8048A2}" dt="2026-05-22T17:07:57.749" v="246" actId="14100"/>
          <ac:cxnSpMkLst>
            <pc:docMk/>
            <pc:sldMk cId="1480126713" sldId="257"/>
            <ac:cxnSpMk id="17" creationId="{ACC85DB0-F8D0-896F-4785-2843E00F102B}"/>
          </ac:cxnSpMkLst>
        </pc:cxnChg>
        <pc:cxnChg chg="add mod">
          <ac:chgData name="David Beckwitt" userId="bdca50846bee3b35" providerId="LiveId" clId="{77C57F99-3B40-463A-9855-34DA2A8048A2}" dt="2026-05-22T17:09:05.149" v="294" actId="693"/>
          <ac:cxnSpMkLst>
            <pc:docMk/>
            <pc:sldMk cId="1480126713" sldId="257"/>
            <ac:cxnSpMk id="20" creationId="{E023FB43-DF49-4607-A9E1-809EF8F5A87E}"/>
          </ac:cxnSpMkLst>
        </pc:cxnChg>
        <pc:cxnChg chg="add mod">
          <ac:chgData name="David Beckwitt" userId="bdca50846bee3b35" providerId="LiveId" clId="{77C57F99-3B40-463A-9855-34DA2A8048A2}" dt="2026-05-22T17:09:05.149" v="294" actId="693"/>
          <ac:cxnSpMkLst>
            <pc:docMk/>
            <pc:sldMk cId="1480126713" sldId="257"/>
            <ac:cxnSpMk id="21" creationId="{0CFFC1C2-F07F-FE0E-A07E-0C67D111BDEE}"/>
          </ac:cxnSpMkLst>
        </pc:cxnChg>
        <pc:cxnChg chg="add mod">
          <ac:chgData name="David Beckwitt" userId="bdca50846bee3b35" providerId="LiveId" clId="{77C57F99-3B40-463A-9855-34DA2A8048A2}" dt="2026-05-22T17:09:05.149" v="294" actId="693"/>
          <ac:cxnSpMkLst>
            <pc:docMk/>
            <pc:sldMk cId="1480126713" sldId="257"/>
            <ac:cxnSpMk id="22" creationId="{A24B4914-E2F2-A401-D9EE-27A3036B8CC8}"/>
          </ac:cxnSpMkLst>
        </pc:cxnChg>
        <pc:cxnChg chg="add mod">
          <ac:chgData name="David Beckwitt" userId="bdca50846bee3b35" providerId="LiveId" clId="{77C57F99-3B40-463A-9855-34DA2A8048A2}" dt="2026-05-22T17:09:05.149" v="294" actId="693"/>
          <ac:cxnSpMkLst>
            <pc:docMk/>
            <pc:sldMk cId="1480126713" sldId="257"/>
            <ac:cxnSpMk id="23" creationId="{5A5C705B-CEF2-1E00-787D-F5A7DB080AE6}"/>
          </ac:cxnSpMkLst>
        </pc:cxnChg>
        <pc:cxnChg chg="add mod">
          <ac:chgData name="David Beckwitt" userId="bdca50846bee3b35" providerId="LiveId" clId="{77C57F99-3B40-463A-9855-34DA2A8048A2}" dt="2026-05-22T17:09:05.149" v="294" actId="693"/>
          <ac:cxnSpMkLst>
            <pc:docMk/>
            <pc:sldMk cId="1480126713" sldId="257"/>
            <ac:cxnSpMk id="24" creationId="{BBBD510A-E1B2-27D5-FADE-AFE6E07526BE}"/>
          </ac:cxnSpMkLst>
        </pc:cxnChg>
        <pc:cxnChg chg="add mod">
          <ac:chgData name="David Beckwitt" userId="bdca50846bee3b35" providerId="LiveId" clId="{77C57F99-3B40-463A-9855-34DA2A8048A2}" dt="2026-05-22T17:09:09.759" v="296" actId="1076"/>
          <ac:cxnSpMkLst>
            <pc:docMk/>
            <pc:sldMk cId="1480126713" sldId="257"/>
            <ac:cxnSpMk id="26" creationId="{80E18C60-09C0-6779-3E47-3DCAB8275251}"/>
          </ac:cxnSpMkLst>
        </pc:cxnChg>
      </pc:sldChg>
      <pc:sldChg chg="new del">
        <pc:chgData name="David Beckwitt" userId="bdca50846bee3b35" providerId="LiveId" clId="{77C57F99-3B40-463A-9855-34DA2A8048A2}" dt="2026-05-22T17:03:33.446" v="179" actId="47"/>
        <pc:sldMkLst>
          <pc:docMk/>
          <pc:sldMk cId="1502120602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BA9B-B54F-043F-C584-8A964B7C8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38CEE-6353-1E88-85DD-FE5D3DCB0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4C565-1FB8-DFA3-5851-8E7AF0A8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D8A25-1EC1-9D13-252B-95E0BBBB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9587C-C3BD-2380-403B-96023C87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4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53DC-2BEB-9DFB-C6FA-EC5516AE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1E57-2105-75C7-CA5A-5E8F3FA86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E2181-D104-5BCB-9A49-4957EC677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B105A-2490-BD46-242F-FC27380D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2DEB6-2427-C7DE-79BE-02B4739E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3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4E22-E9F0-7FA5-F070-E22F6BAC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A8587-04FD-6250-D2D5-899ABD061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22A2-888D-C7C6-4F2C-4D712A97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CA892-E89F-9B4E-E367-9FA3A53B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64AC-5DE7-DA3E-825B-A0093067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9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32E7-BE1A-24AF-A198-CA9ADA75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93BF2-3264-52B2-0893-A4AD3ED46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8FE1D-45D5-B31C-3F4B-58A4B24B9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C213E-3E41-CF96-6F7F-FF190D20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D808C-058C-52A1-DC49-46A16535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E5F5F-1FCE-A848-2B79-D7662DC7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7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8ABF-D9BD-A948-0687-E9DE1041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BF436-DCB4-DA68-3F99-09E7842FB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78236-CD3F-A5B8-B97A-B6410E6E8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0A264-F0AC-C636-11AD-066218425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F3F8A-FD9C-AE44-A5C7-25DD1EBDB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E4FC1-4EC2-9C05-45BD-10E71E99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175BC-A380-B32D-615D-5149D7BA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37E02-8A9B-82D6-7928-DE7AA63E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5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11D8-7C1D-3249-EA0D-05B1D433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FE9D-ADF2-5418-932C-9325E925C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9AC14-6B84-A724-8847-5335E202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0FF3F-D0AA-5324-CD78-45E41401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5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53DEB-1A65-CED2-3B67-3753055E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AA8DE-B8A3-DCE3-8D79-A9437A1F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1A1BE-57E7-CAD5-A7B9-F2ADBE0F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0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FF94-BE85-579E-7181-E2B8BD22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811AE-E257-4726-05BC-FE1478DAE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9E3A0-DD37-7303-818A-9EA134A46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45891-4F52-50B7-CEF8-E328AC98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12BE2-F359-3F86-D788-089C7981B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B0C32-8C80-C3BC-E67A-CB9C2BC3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A734-AE37-B36D-05A7-EAE5FCD6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E92EE-CB1E-778E-7762-7AAB210D8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416B2-6384-4EAC-B294-217E0643F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5505C-0708-FF82-B8AB-40B2F50E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2E092-6340-3B91-F9E6-A0B7E2AC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8E257-5420-B5B7-78C7-C5AB5D55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9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4110-6A57-8ED8-F2B0-741C02ED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222C8-2336-21DC-27FE-77CEF55F9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4BE31-4129-A5A9-B8E4-131882D5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030B4-A3DB-CE34-E5CB-5406D041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7DA2C-50A1-059F-CFB0-83659A92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99836-6CF2-1FA3-3114-2AEC8C56B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C2DD8-E530-2A9C-43F1-DB4AFC63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25C0D-B567-854D-2C1B-BCCC163F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EC5B-54F9-0280-C356-9BE10774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6D08-9003-61FE-7215-ACED8E2B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0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F3D62-F78D-ACE3-C850-48F14D7D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FFACF-4EAA-745F-BA4C-8C3B48BA4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9A30F-B07D-5C81-E375-4030C92B7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AC1D5-CE9F-46E2-B0D3-6285187F544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711ED-AA16-B994-FF73-B5487E457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D3FDE-7F7B-95E0-DAF1-47276FA13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53541-2BE1-4B23-85CA-2E4FDD15B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8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C1235A-5E43-89F5-6F72-B3A24CDF8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91" y="2570184"/>
            <a:ext cx="999746" cy="14996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9E35B7-8418-4993-DCEC-9C13BC0784F4}"/>
              </a:ext>
            </a:extLst>
          </p:cNvPr>
          <p:cNvSpPr/>
          <p:nvPr/>
        </p:nvSpPr>
        <p:spPr>
          <a:xfrm>
            <a:off x="963462" y="2982434"/>
            <a:ext cx="200025" cy="10366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61ACD1-97A4-7395-D90F-4F4F69B89BBF}"/>
              </a:ext>
            </a:extLst>
          </p:cNvPr>
          <p:cNvSpPr/>
          <p:nvPr/>
        </p:nvSpPr>
        <p:spPr>
          <a:xfrm>
            <a:off x="1582587" y="2834796"/>
            <a:ext cx="276613" cy="1162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5FFE2-276E-1B56-4CCB-651E90AC1637}"/>
              </a:ext>
            </a:extLst>
          </p:cNvPr>
          <p:cNvSpPr txBox="1"/>
          <p:nvPr/>
        </p:nvSpPr>
        <p:spPr>
          <a:xfrm>
            <a:off x="859609" y="269985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F3B6C-6A99-23CF-C124-3BE282F923EB}"/>
              </a:ext>
            </a:extLst>
          </p:cNvPr>
          <p:cNvSpPr txBox="1"/>
          <p:nvPr/>
        </p:nvSpPr>
        <p:spPr>
          <a:xfrm>
            <a:off x="1480971" y="254587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7CB557-85BC-D489-91F1-160BAC6C3ED3}"/>
              </a:ext>
            </a:extLst>
          </p:cNvPr>
          <p:cNvCxnSpPr/>
          <p:nvPr/>
        </p:nvCxnSpPr>
        <p:spPr>
          <a:xfrm flipV="1">
            <a:off x="838049" y="3655534"/>
            <a:ext cx="0" cy="414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B11892-C12D-4C8B-E0B9-8593B582C359}"/>
              </a:ext>
            </a:extLst>
          </p:cNvPr>
          <p:cNvCxnSpPr>
            <a:cxnSpLocks/>
          </p:cNvCxnSpPr>
          <p:nvPr/>
        </p:nvCxnSpPr>
        <p:spPr>
          <a:xfrm>
            <a:off x="880091" y="4109490"/>
            <a:ext cx="479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8F77-EC7A-7500-BA89-26B5D8B08236}"/>
                  </a:ext>
                </a:extLst>
              </p:cNvPr>
              <p:cNvSpPr txBox="1"/>
              <p:nvPr/>
            </p:nvSpPr>
            <p:spPr>
              <a:xfrm>
                <a:off x="633797" y="3446386"/>
                <a:ext cx="34990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8F77-EC7A-7500-BA89-26B5D8B08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97" y="3446386"/>
                <a:ext cx="349904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C7651F-0561-43A5-2C7E-EB9F56D26062}"/>
                  </a:ext>
                </a:extLst>
              </p:cNvPr>
              <p:cNvSpPr txBox="1"/>
              <p:nvPr/>
            </p:nvSpPr>
            <p:spPr>
              <a:xfrm>
                <a:off x="1258087" y="3996846"/>
                <a:ext cx="35080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C7651F-0561-43A5-2C7E-EB9F56D26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87" y="3996846"/>
                <a:ext cx="350801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82A143-7C11-D528-4009-5F38FB168DE0}"/>
              </a:ext>
            </a:extLst>
          </p:cNvPr>
          <p:cNvCxnSpPr>
            <a:cxnSpLocks/>
          </p:cNvCxnSpPr>
          <p:nvPr/>
        </p:nvCxnSpPr>
        <p:spPr>
          <a:xfrm flipH="1">
            <a:off x="1112687" y="3655534"/>
            <a:ext cx="220663" cy="20713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339FB3F-3274-698B-10CD-7A7DDFD01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675" y="1076215"/>
            <a:ext cx="4391638" cy="415348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E8BD74-B732-F98C-DCE6-E201B31DD7CB}"/>
              </a:ext>
            </a:extLst>
          </p:cNvPr>
          <p:cNvCxnSpPr/>
          <p:nvPr/>
        </p:nvCxnSpPr>
        <p:spPr>
          <a:xfrm>
            <a:off x="7496355" y="3862668"/>
            <a:ext cx="1466490" cy="0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40F94B-4F20-8F72-5F74-7971143BF542}"/>
              </a:ext>
            </a:extLst>
          </p:cNvPr>
          <p:cNvCxnSpPr/>
          <p:nvPr/>
        </p:nvCxnSpPr>
        <p:spPr>
          <a:xfrm flipV="1">
            <a:off x="6687675" y="3655534"/>
            <a:ext cx="252875" cy="10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7AEBCB-3151-61B0-29CC-81DF2581F0EE}"/>
              </a:ext>
            </a:extLst>
          </p:cNvPr>
          <p:cNvCxnSpPr>
            <a:cxnSpLocks/>
          </p:cNvCxnSpPr>
          <p:nvPr/>
        </p:nvCxnSpPr>
        <p:spPr>
          <a:xfrm flipH="1">
            <a:off x="7118350" y="3423560"/>
            <a:ext cx="273050" cy="145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DEEEF72-8384-0F19-4EC5-1CC1F01A008E}"/>
                  </a:ext>
                </a:extLst>
              </p:cNvPr>
              <p:cNvSpPr txBox="1"/>
              <p:nvPr/>
            </p:nvSpPr>
            <p:spPr>
              <a:xfrm>
                <a:off x="7008269" y="2813502"/>
                <a:ext cx="493212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DEEEF72-8384-0F19-4EC5-1CC1F01A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269" y="2813502"/>
                <a:ext cx="493212" cy="618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19F4701-C2DA-3DED-FE99-0A20920E0D26}"/>
              </a:ext>
            </a:extLst>
          </p:cNvPr>
          <p:cNvSpPr txBox="1"/>
          <p:nvPr/>
        </p:nvSpPr>
        <p:spPr>
          <a:xfrm>
            <a:off x="7764630" y="1714500"/>
            <a:ext cx="2237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Ewald Shell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391F30-547F-6A10-AAE6-EFF435098E15}"/>
              </a:ext>
            </a:extLst>
          </p:cNvPr>
          <p:cNvSpPr txBox="1"/>
          <p:nvPr/>
        </p:nvSpPr>
        <p:spPr>
          <a:xfrm>
            <a:off x="6634243" y="4243067"/>
            <a:ext cx="968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Bragg </a:t>
            </a:r>
          </a:p>
          <a:p>
            <a:r>
              <a:rPr lang="en-US" sz="2000" dirty="0"/>
              <a:t>Sphere</a:t>
            </a:r>
          </a:p>
        </p:txBody>
      </p:sp>
    </p:spTree>
    <p:extLst>
      <p:ext uri="{BB962C8B-B14F-4D97-AF65-F5344CB8AC3E}">
        <p14:creationId xmlns:p14="http://schemas.microsoft.com/office/powerpoint/2010/main" val="19340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3E60ED-0DA0-7132-6A0A-03970DE9F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3316F3-25BB-254A-094B-0248AEDA554A}"/>
              </a:ext>
            </a:extLst>
          </p:cNvPr>
          <p:cNvCxnSpPr/>
          <p:nvPr/>
        </p:nvCxnSpPr>
        <p:spPr>
          <a:xfrm flipV="1">
            <a:off x="8171234" y="4649821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40CFE6-98EA-1925-7900-CCAA0C1B93B2}"/>
              </a:ext>
            </a:extLst>
          </p:cNvPr>
          <p:cNvCxnSpPr/>
          <p:nvPr/>
        </p:nvCxnSpPr>
        <p:spPr>
          <a:xfrm flipV="1">
            <a:off x="6287800" y="3007926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6EFE5B-777A-4D52-29DC-A969C917C479}"/>
              </a:ext>
            </a:extLst>
          </p:cNvPr>
          <p:cNvCxnSpPr/>
          <p:nvPr/>
        </p:nvCxnSpPr>
        <p:spPr>
          <a:xfrm flipV="1">
            <a:off x="4412992" y="1426416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D65512-12D5-343F-6715-9B5CF849DA76}"/>
              </a:ext>
            </a:extLst>
          </p:cNvPr>
          <p:cNvCxnSpPr>
            <a:cxnSpLocks/>
          </p:cNvCxnSpPr>
          <p:nvPr/>
        </p:nvCxnSpPr>
        <p:spPr>
          <a:xfrm flipV="1">
            <a:off x="6345878" y="4649821"/>
            <a:ext cx="108699" cy="4245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4D6841-3F37-2B8A-C3DB-873E2C4199E4}"/>
              </a:ext>
            </a:extLst>
          </p:cNvPr>
          <p:cNvCxnSpPr>
            <a:cxnSpLocks/>
          </p:cNvCxnSpPr>
          <p:nvPr/>
        </p:nvCxnSpPr>
        <p:spPr>
          <a:xfrm flipV="1">
            <a:off x="4443903" y="3007926"/>
            <a:ext cx="68001" cy="4436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B167F0-DEBC-CA65-9130-27538F452A9D}"/>
              </a:ext>
            </a:extLst>
          </p:cNvPr>
          <p:cNvCxnSpPr>
            <a:cxnSpLocks/>
          </p:cNvCxnSpPr>
          <p:nvPr/>
        </p:nvCxnSpPr>
        <p:spPr>
          <a:xfrm flipV="1">
            <a:off x="6287800" y="1360388"/>
            <a:ext cx="0" cy="447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899B0-D4C3-B788-274A-0D6D6FF92E8C}"/>
              </a:ext>
            </a:extLst>
          </p:cNvPr>
          <p:cNvCxnSpPr>
            <a:cxnSpLocks/>
          </p:cNvCxnSpPr>
          <p:nvPr/>
        </p:nvCxnSpPr>
        <p:spPr>
          <a:xfrm flipH="1" flipV="1">
            <a:off x="8085551" y="1472192"/>
            <a:ext cx="24168" cy="3502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1BCE6C-A3C6-848C-A969-AE32BE330A39}"/>
              </a:ext>
            </a:extLst>
          </p:cNvPr>
          <p:cNvCxnSpPr>
            <a:cxnSpLocks/>
          </p:cNvCxnSpPr>
          <p:nvPr/>
        </p:nvCxnSpPr>
        <p:spPr>
          <a:xfrm flipV="1">
            <a:off x="4520530" y="4589253"/>
            <a:ext cx="318889" cy="485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C85DB0-F8D0-896F-4785-2843E00F102B}"/>
              </a:ext>
            </a:extLst>
          </p:cNvPr>
          <p:cNvCxnSpPr>
            <a:cxnSpLocks/>
          </p:cNvCxnSpPr>
          <p:nvPr/>
        </p:nvCxnSpPr>
        <p:spPr>
          <a:xfrm flipH="1" flipV="1">
            <a:off x="8126083" y="2924355"/>
            <a:ext cx="27899" cy="4556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23FB43-DF49-4607-A9E1-809EF8F5A87E}"/>
              </a:ext>
            </a:extLst>
          </p:cNvPr>
          <p:cNvCxnSpPr/>
          <p:nvPr/>
        </p:nvCxnSpPr>
        <p:spPr>
          <a:xfrm flipV="1">
            <a:off x="4404366" y="3059682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FFC1C2-F07F-FE0E-A07E-0C67D111BDEE}"/>
              </a:ext>
            </a:extLst>
          </p:cNvPr>
          <p:cNvCxnSpPr/>
          <p:nvPr/>
        </p:nvCxnSpPr>
        <p:spPr>
          <a:xfrm flipV="1">
            <a:off x="4412992" y="4665329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4B4914-E2F2-A401-D9EE-27A3036B8CC8}"/>
              </a:ext>
            </a:extLst>
          </p:cNvPr>
          <p:cNvCxnSpPr/>
          <p:nvPr/>
        </p:nvCxnSpPr>
        <p:spPr>
          <a:xfrm flipV="1">
            <a:off x="6307071" y="4667073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5C705B-CEF2-1E00-787D-F5A7DB080AE6}"/>
              </a:ext>
            </a:extLst>
          </p:cNvPr>
          <p:cNvCxnSpPr/>
          <p:nvPr/>
        </p:nvCxnSpPr>
        <p:spPr>
          <a:xfrm flipV="1">
            <a:off x="8176130" y="1466565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BD510A-E1B2-27D5-FADE-AFE6E07526BE}"/>
              </a:ext>
            </a:extLst>
          </p:cNvPr>
          <p:cNvCxnSpPr/>
          <p:nvPr/>
        </p:nvCxnSpPr>
        <p:spPr>
          <a:xfrm flipV="1">
            <a:off x="6303343" y="1432061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E18C60-09C0-6779-3E47-3DCAB8275251}"/>
              </a:ext>
            </a:extLst>
          </p:cNvPr>
          <p:cNvCxnSpPr/>
          <p:nvPr/>
        </p:nvCxnSpPr>
        <p:spPr>
          <a:xfrm flipV="1">
            <a:off x="8173252" y="3059682"/>
            <a:ext cx="0" cy="350196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12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Beckwitt</dc:creator>
  <cp:lastModifiedBy>Beckwitt, David (MU-Student)</cp:lastModifiedBy>
  <cp:revision>1</cp:revision>
  <dcterms:created xsi:type="dcterms:W3CDTF">2026-03-30T21:31:58Z</dcterms:created>
  <dcterms:modified xsi:type="dcterms:W3CDTF">2026-05-22T17:09:59Z</dcterms:modified>
</cp:coreProperties>
</file>