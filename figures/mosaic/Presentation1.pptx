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A3F769-6A7E-4D75-9FB8-D0A0F467EE0F}" v="158" dt="2026-05-22T22:50:02.2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Beckwitt" userId="bdca50846bee3b35" providerId="LiveId" clId="{77C57F99-3B40-463A-9855-34DA2A8048A2}"/>
    <pc:docChg chg="undo custSel addSld delSld modSld">
      <pc:chgData name="David Beckwitt" userId="bdca50846bee3b35" providerId="LiveId" clId="{77C57F99-3B40-463A-9855-34DA2A8048A2}" dt="2026-05-27T00:15:58.026" v="484" actId="1076"/>
      <pc:docMkLst>
        <pc:docMk/>
      </pc:docMkLst>
      <pc:sldChg chg="addSp delSp modSp mod">
        <pc:chgData name="David Beckwitt" userId="bdca50846bee3b35" providerId="LiveId" clId="{77C57F99-3B40-463A-9855-34DA2A8048A2}" dt="2026-05-27T00:15:58.026" v="484" actId="1076"/>
        <pc:sldMkLst>
          <pc:docMk/>
          <pc:sldMk cId="193401497" sldId="256"/>
        </pc:sldMkLst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8" creationId="{5F9E35B7-8418-4993-DCEC-9C13BC0784F4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9" creationId="{1761ACD1-97A4-7395-D90F-4F4F69B89BBF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0" creationId="{7F25FFE2-276E-1B56-4CCB-651E90AC1637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1" creationId="{4BEF3B6C-6A99-23CF-C124-3BE282F923EB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7" creationId="{A5698F77-EC7A-7500-BA89-26B5D8B08236}"/>
          </ac:spMkLst>
        </pc:spChg>
        <pc:spChg chg="mod">
          <ac:chgData name="David Beckwitt" userId="bdca50846bee3b35" providerId="LiveId" clId="{77C57F99-3B40-463A-9855-34DA2A8048A2}" dt="2026-05-22T17:00:40.914" v="5" actId="1076"/>
          <ac:spMkLst>
            <pc:docMk/>
            <pc:sldMk cId="193401497" sldId="256"/>
            <ac:spMk id="18" creationId="{53C7651F-0561-43A5-2C7E-EB9F56D26062}"/>
          </ac:spMkLst>
        </pc:spChg>
        <pc:spChg chg="add mod">
          <ac:chgData name="David Beckwitt" userId="bdca50846bee3b35" providerId="LiveId" clId="{77C57F99-3B40-463A-9855-34DA2A8048A2}" dt="2026-05-22T17:02:54.587" v="109" actId="207"/>
          <ac:spMkLst>
            <pc:docMk/>
            <pc:sldMk cId="193401497" sldId="256"/>
            <ac:spMk id="21" creationId="{BDEEEF72-8384-0F19-4EC5-1CC1F01A008E}"/>
          </ac:spMkLst>
        </pc:spChg>
        <pc:spChg chg="add mod">
          <ac:chgData name="David Beckwitt" userId="bdca50846bee3b35" providerId="LiveId" clId="{77C57F99-3B40-463A-9855-34DA2A8048A2}" dt="2026-05-27T00:15:58.026" v="484" actId="1076"/>
          <ac:spMkLst>
            <pc:docMk/>
            <pc:sldMk cId="193401497" sldId="256"/>
            <ac:spMk id="22" creationId="{119F4701-C2DA-3DED-FE99-0A20920E0D26}"/>
          </ac:spMkLst>
        </pc:spChg>
        <pc:spChg chg="add mod">
          <ac:chgData name="David Beckwitt" userId="bdca50846bee3b35" providerId="LiveId" clId="{77C57F99-3B40-463A-9855-34DA2A8048A2}" dt="2026-05-22T17:03:44.486" v="189" actId="1076"/>
          <ac:spMkLst>
            <pc:docMk/>
            <pc:sldMk cId="193401497" sldId="256"/>
            <ac:spMk id="23" creationId="{98391F30-547F-6A10-AAE6-EFF435098E15}"/>
          </ac:spMkLst>
        </pc:spChg>
        <pc:picChg chg="add del mod">
          <ac:chgData name="David Beckwitt" userId="bdca50846bee3b35" providerId="LiveId" clId="{77C57F99-3B40-463A-9855-34DA2A8048A2}" dt="2026-05-27T00:15:39.904" v="447" actId="478"/>
          <ac:picMkLst>
            <pc:docMk/>
            <pc:sldMk cId="193401497" sldId="256"/>
            <ac:picMk id="4" creationId="{0339FB3F-3274-698B-10CD-7A7DDFD015E1}"/>
          </ac:picMkLst>
        </pc:picChg>
        <pc:picChg chg="add mod ord">
          <ac:chgData name="David Beckwitt" userId="bdca50846bee3b35" providerId="LiveId" clId="{77C57F99-3B40-463A-9855-34DA2A8048A2}" dt="2026-05-27T00:15:49.117" v="482" actId="1076"/>
          <ac:picMkLst>
            <pc:docMk/>
            <pc:sldMk cId="193401497" sldId="256"/>
            <ac:picMk id="5" creationId="{CD322D84-E843-0E4C-3797-7B0F360A7AD0}"/>
          </ac:picMkLst>
        </pc:picChg>
        <pc:picChg chg="mod">
          <ac:chgData name="David Beckwitt" userId="bdca50846bee3b35" providerId="LiveId" clId="{77C57F99-3B40-463A-9855-34DA2A8048A2}" dt="2026-05-22T17:00:40.914" v="5" actId="1076"/>
          <ac:picMkLst>
            <pc:docMk/>
            <pc:sldMk cId="193401497" sldId="256"/>
            <ac:picMk id="7" creationId="{3CC1235A-5E43-89F5-6F72-B3A24CDF848D}"/>
          </ac:picMkLst>
        </pc:pic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2" creationId="{0282A143-7C11-D528-4009-5F38FB168DE0}"/>
          </ac:cxnSpMkLst>
        </pc:cxnChg>
        <pc:cxnChg chg="add mod">
          <ac:chgData name="David Beckwitt" userId="bdca50846bee3b35" providerId="LiveId" clId="{77C57F99-3B40-463A-9855-34DA2A8048A2}" dt="2026-05-27T00:15:54.305" v="483" actId="1076"/>
          <ac:cxnSpMkLst>
            <pc:docMk/>
            <pc:sldMk cId="193401497" sldId="256"/>
            <ac:cxnSpMk id="6" creationId="{99E8BD74-B732-F98C-DCE6-E201B31DD7CB}"/>
          </ac:cxnSpMkLst>
        </pc:cxn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13" creationId="{ED7CB557-85BC-D489-91F1-160BAC6C3ED3}"/>
          </ac:cxnSpMkLst>
        </pc:cxnChg>
        <pc:cxnChg chg="mod">
          <ac:chgData name="David Beckwitt" userId="bdca50846bee3b35" providerId="LiveId" clId="{77C57F99-3B40-463A-9855-34DA2A8048A2}" dt="2026-05-22T17:00:40.914" v="5" actId="1076"/>
          <ac:cxnSpMkLst>
            <pc:docMk/>
            <pc:sldMk cId="193401497" sldId="256"/>
            <ac:cxnSpMk id="14" creationId="{68B11892-C12D-4C8B-E0B9-8593B582C359}"/>
          </ac:cxnSpMkLst>
        </pc:cxnChg>
        <pc:cxnChg chg="add mod">
          <ac:chgData name="David Beckwitt" userId="bdca50846bee3b35" providerId="LiveId" clId="{77C57F99-3B40-463A-9855-34DA2A8048A2}" dt="2026-05-22T17:01:26.916" v="15" actId="13822"/>
          <ac:cxnSpMkLst>
            <pc:docMk/>
            <pc:sldMk cId="193401497" sldId="256"/>
            <ac:cxnSpMk id="15" creationId="{4540F94B-4F20-8F72-5F74-7971143BF542}"/>
          </ac:cxnSpMkLst>
        </pc:cxnChg>
        <pc:cxnChg chg="add mod">
          <ac:chgData name="David Beckwitt" userId="bdca50846bee3b35" providerId="LiveId" clId="{77C57F99-3B40-463A-9855-34DA2A8048A2}" dt="2026-05-22T17:01:33.186" v="19" actId="1076"/>
          <ac:cxnSpMkLst>
            <pc:docMk/>
            <pc:sldMk cId="193401497" sldId="256"/>
            <ac:cxnSpMk id="19" creationId="{9B7AEBCB-3151-61B0-29CC-81DF2581F0EE}"/>
          </ac:cxnSpMkLst>
        </pc:cxnChg>
      </pc:sldChg>
      <pc:sldChg chg="addSp delSp modSp new mod">
        <pc:chgData name="David Beckwitt" userId="bdca50846bee3b35" providerId="LiveId" clId="{77C57F99-3B40-463A-9855-34DA2A8048A2}" dt="2026-05-22T22:50:02.241" v="446" actId="20577"/>
        <pc:sldMkLst>
          <pc:docMk/>
          <pc:sldMk cId="1480126713" sldId="257"/>
        </pc:sldMkLst>
        <pc:spChg chg="add mod">
          <ac:chgData name="David Beckwitt" userId="bdca50846bee3b35" providerId="LiveId" clId="{77C57F99-3B40-463A-9855-34DA2A8048A2}" dt="2026-05-22T22:49:12.421" v="401" actId="1076"/>
          <ac:spMkLst>
            <pc:docMk/>
            <pc:sldMk cId="1480126713" sldId="257"/>
            <ac:spMk id="28" creationId="{88C912C9-CE2C-67FF-5F8B-27CF6908D9FC}"/>
          </ac:spMkLst>
        </pc:spChg>
        <pc:spChg chg="add mod">
          <ac:chgData name="David Beckwitt" userId="bdca50846bee3b35" providerId="LiveId" clId="{77C57F99-3B40-463A-9855-34DA2A8048A2}" dt="2026-05-22T22:49:17.798" v="405" actId="20577"/>
          <ac:spMkLst>
            <pc:docMk/>
            <pc:sldMk cId="1480126713" sldId="257"/>
            <ac:spMk id="29" creationId="{6076173C-53D9-B601-149E-5DFEA9697353}"/>
          </ac:spMkLst>
        </pc:spChg>
        <pc:spChg chg="add mod">
          <ac:chgData name="David Beckwitt" userId="bdca50846bee3b35" providerId="LiveId" clId="{77C57F99-3B40-463A-9855-34DA2A8048A2}" dt="2026-05-22T22:49:29.931" v="412" actId="1076"/>
          <ac:spMkLst>
            <pc:docMk/>
            <pc:sldMk cId="1480126713" sldId="257"/>
            <ac:spMk id="30" creationId="{38481E46-0AD7-C5E0-693E-AAAAB47D0924}"/>
          </ac:spMkLst>
        </pc:spChg>
        <pc:spChg chg="add mod">
          <ac:chgData name="David Beckwitt" userId="bdca50846bee3b35" providerId="LiveId" clId="{77C57F99-3B40-463A-9855-34DA2A8048A2}" dt="2026-05-22T22:49:34.880" v="416" actId="20577"/>
          <ac:spMkLst>
            <pc:docMk/>
            <pc:sldMk cId="1480126713" sldId="257"/>
            <ac:spMk id="31" creationId="{A5B443BA-F264-A6E4-6F8C-F28EB3AC67AD}"/>
          </ac:spMkLst>
        </pc:spChg>
        <pc:spChg chg="add mod">
          <ac:chgData name="David Beckwitt" userId="bdca50846bee3b35" providerId="LiveId" clId="{77C57F99-3B40-463A-9855-34DA2A8048A2}" dt="2026-05-22T22:49:48.792" v="423" actId="1076"/>
          <ac:spMkLst>
            <pc:docMk/>
            <pc:sldMk cId="1480126713" sldId="257"/>
            <ac:spMk id="32" creationId="{4E122B48-8C38-2077-B26C-5831A35CEEB5}"/>
          </ac:spMkLst>
        </pc:spChg>
        <pc:spChg chg="add mod">
          <ac:chgData name="David Beckwitt" userId="bdca50846bee3b35" providerId="LiveId" clId="{77C57F99-3B40-463A-9855-34DA2A8048A2}" dt="2026-05-22T22:50:02.241" v="446" actId="20577"/>
          <ac:spMkLst>
            <pc:docMk/>
            <pc:sldMk cId="1480126713" sldId="257"/>
            <ac:spMk id="33" creationId="{008960E8-BC1C-51BD-9FBF-917057A629AC}"/>
          </ac:spMkLst>
        </pc:spChg>
        <pc:picChg chg="add mod">
          <ac:chgData name="David Beckwitt" userId="bdca50846bee3b35" providerId="LiveId" clId="{77C57F99-3B40-463A-9855-34DA2A8048A2}" dt="2026-05-22T22:49:37.895" v="419" actId="1076"/>
          <ac:picMkLst>
            <pc:docMk/>
            <pc:sldMk cId="1480126713" sldId="257"/>
            <ac:picMk id="12" creationId="{9BD51110-7771-1C32-9094-88FA9E8CE1E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9BA9B-B54F-043F-C584-8A964B7C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538CEE-6353-1E88-85DD-FE5D3DCB0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4C565-1FB8-DFA3-5851-8E7AF0A81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D8A25-1EC1-9D13-252B-95E0BBBB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9587C-C3BD-2380-403B-96023C878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240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053DC-2BEB-9DFB-C6FA-EC5516AEB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E1E57-2105-75C7-CA5A-5E8F3FA860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2E2181-D104-5BCB-9A49-4957EC677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B105A-2490-BD46-242F-FC27380D7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72DEB6-2427-C7DE-79BE-02B4739E4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37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4E22-E9F0-7FA5-F070-E22F6BAC0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3A8587-04FD-6250-D2D5-899ABD061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122A2-888D-C7C6-4F2C-4D712A97A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ECA892-E89F-9B4E-E367-9FA3A53B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964AC-5DE7-DA3E-825B-A00930673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96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932E7-BE1A-24AF-A198-CA9ADA75C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093BF2-3264-52B2-0893-A4AD3ED46A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8FE1D-45D5-B31C-3F4B-58A4B24B9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C213E-3E41-CF96-6F7F-FF190D20C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D808C-058C-52A1-DC49-46A16535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9E5F5F-1FCE-A848-2B79-D7662DC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71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98ABF-D9BD-A948-0687-E9DE1041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BF436-DCB4-DA68-3F99-09E7842FB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E78236-CD3F-A5B8-B97A-B6410E6E8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50A264-F0AC-C636-11AD-0662184258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F3F8A-FD9C-AE44-A5C7-25DD1EBDB2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CE4FC1-4EC2-9C05-45BD-10E71E990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C175BC-A380-B32D-615D-5149D7BAD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237E02-8A9B-82D6-7928-DE7AA63ED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59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F11D8-7C1D-3249-EA0D-05B1D433B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FE9D-ADF2-5418-932C-9325E925C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79AC14-6B84-A724-8847-5335E202A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D0FF3F-D0AA-5324-CD78-45E41401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159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253DEB-1A65-CED2-3B67-3753055E1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BAA8DE-B8A3-DCE3-8D79-A9437A1FF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1A1BE-57E7-CAD5-A7B9-F2ADBE0FA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105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FF94-BE85-579E-7181-E2B8BD229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811AE-E257-4726-05BC-FE1478DAE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19E3A0-DD37-7303-818A-9EA134A46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645891-4F52-50B7-CEF8-E328AC981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2BE2-F359-3F86-D788-089C7981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FB0C32-8C80-C3BC-E67A-CB9C2BC3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89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A734-AE37-B36D-05A7-EAE5FCD6F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2E92EE-CB1E-778E-7762-7AAB210D8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9416B2-6384-4EAC-B294-217E0643F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5505C-0708-FF82-B8AB-40B2F50E2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E092-6340-3B91-F9E6-A0B7E2AC5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8E257-5420-B5B7-78C7-C5AB5D552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299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04110-6A57-8ED8-F2B0-741C02ED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B222C8-2336-21DC-27FE-77CEF55F9E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4BE31-4129-A5A9-B8E4-131882D532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030B4-A3DB-CE34-E5CB-5406D04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7DA2C-50A1-059F-CFB0-83659A92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7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A99836-6CF2-1FA3-3114-2AEC8C56BB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DC2DD8-E530-2A9C-43F1-DB4AFC63CA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25C0D-B567-854D-2C1B-BCCC163FA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AEC5B-54F9-0280-C356-9BE107746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36D08-9003-61FE-7215-ACED8E2B7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01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F3D62-F78D-ACE3-C850-48F14D7DE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FFACF-4EAA-745F-BA4C-8C3B48BA4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9A30F-B07D-5C81-E375-4030C92B7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AC1D5-CE9F-46E2-B0D3-6285187F5442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E711ED-AA16-B994-FF73-B5487E457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D3FDE-7F7B-95E0-DAF1-47276FA135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3541-2BE1-4B23-85CA-2E4FDD15B7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8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322D84-E843-0E4C-3797-7B0F360A7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454" y="1417476"/>
            <a:ext cx="3620005" cy="3410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C1235A-5E43-89F5-6F72-B3A24CDF8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091" y="2570184"/>
            <a:ext cx="999746" cy="149961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F9E35B7-8418-4993-DCEC-9C13BC0784F4}"/>
              </a:ext>
            </a:extLst>
          </p:cNvPr>
          <p:cNvSpPr/>
          <p:nvPr/>
        </p:nvSpPr>
        <p:spPr>
          <a:xfrm>
            <a:off x="963462" y="2982434"/>
            <a:ext cx="200025" cy="1036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61ACD1-97A4-7395-D90F-4F4F69B89BBF}"/>
              </a:ext>
            </a:extLst>
          </p:cNvPr>
          <p:cNvSpPr/>
          <p:nvPr/>
        </p:nvSpPr>
        <p:spPr>
          <a:xfrm>
            <a:off x="1582587" y="2834796"/>
            <a:ext cx="276613" cy="11620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25FFE2-276E-1B56-4CCB-651E90AC1637}"/>
              </a:ext>
            </a:extLst>
          </p:cNvPr>
          <p:cNvSpPr txBox="1"/>
          <p:nvPr/>
        </p:nvSpPr>
        <p:spPr>
          <a:xfrm>
            <a:off x="859609" y="269985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EF3B6C-6A99-23CF-C124-3BE282F923EB}"/>
              </a:ext>
            </a:extLst>
          </p:cNvPr>
          <p:cNvSpPr txBox="1"/>
          <p:nvPr/>
        </p:nvSpPr>
        <p:spPr>
          <a:xfrm>
            <a:off x="1480971" y="2545871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7CB557-85BC-D489-91F1-160BAC6C3ED3}"/>
              </a:ext>
            </a:extLst>
          </p:cNvPr>
          <p:cNvCxnSpPr/>
          <p:nvPr/>
        </p:nvCxnSpPr>
        <p:spPr>
          <a:xfrm flipV="1">
            <a:off x="838049" y="3655534"/>
            <a:ext cx="0" cy="4142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8B11892-C12D-4C8B-E0B9-8593B582C359}"/>
              </a:ext>
            </a:extLst>
          </p:cNvPr>
          <p:cNvCxnSpPr>
            <a:cxnSpLocks/>
          </p:cNvCxnSpPr>
          <p:nvPr/>
        </p:nvCxnSpPr>
        <p:spPr>
          <a:xfrm>
            <a:off x="880091" y="4109490"/>
            <a:ext cx="4794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/>
              <p:nvPr/>
            </p:nvSpPr>
            <p:spPr>
              <a:xfrm>
                <a:off x="633797" y="3446386"/>
                <a:ext cx="3499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5698F77-EC7A-7500-BA89-26B5D8B08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97" y="3446386"/>
                <a:ext cx="349904" cy="24622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/>
              <p:nvPr/>
            </p:nvSpPr>
            <p:spPr>
              <a:xfrm>
                <a:off x="1258087" y="3996846"/>
                <a:ext cx="35080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C7651F-0561-43A5-2C7E-EB9F56D26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087" y="3996846"/>
                <a:ext cx="350801" cy="2462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282A143-7C11-D528-4009-5F38FB168DE0}"/>
              </a:ext>
            </a:extLst>
          </p:cNvPr>
          <p:cNvCxnSpPr>
            <a:cxnSpLocks/>
          </p:cNvCxnSpPr>
          <p:nvPr/>
        </p:nvCxnSpPr>
        <p:spPr>
          <a:xfrm flipH="1">
            <a:off x="1112687" y="3655534"/>
            <a:ext cx="220663" cy="20713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9E8BD74-B732-F98C-DCE6-E201B31DD7CB}"/>
              </a:ext>
            </a:extLst>
          </p:cNvPr>
          <p:cNvCxnSpPr/>
          <p:nvPr/>
        </p:nvCxnSpPr>
        <p:spPr>
          <a:xfrm>
            <a:off x="7254875" y="3569496"/>
            <a:ext cx="1466490" cy="0"/>
          </a:xfrm>
          <a:prstGeom prst="line">
            <a:avLst/>
          </a:prstGeom>
          <a:ln w="63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540F94B-4F20-8F72-5F74-7971143BF542}"/>
              </a:ext>
            </a:extLst>
          </p:cNvPr>
          <p:cNvCxnSpPr/>
          <p:nvPr/>
        </p:nvCxnSpPr>
        <p:spPr>
          <a:xfrm flipV="1">
            <a:off x="6687675" y="3655534"/>
            <a:ext cx="252875" cy="1035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7AEBCB-3151-61B0-29CC-81DF2581F0EE}"/>
              </a:ext>
            </a:extLst>
          </p:cNvPr>
          <p:cNvCxnSpPr>
            <a:cxnSpLocks/>
          </p:cNvCxnSpPr>
          <p:nvPr/>
        </p:nvCxnSpPr>
        <p:spPr>
          <a:xfrm flipH="1">
            <a:off x="7118350" y="3423560"/>
            <a:ext cx="273050" cy="145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DEEEF72-8384-0F19-4EC5-1CC1F01A008E}"/>
                  </a:ext>
                </a:extLst>
              </p:cNvPr>
              <p:cNvSpPr txBox="1"/>
              <p:nvPr/>
            </p:nvSpPr>
            <p:spPr>
              <a:xfrm>
                <a:off x="7008269" y="2813502"/>
                <a:ext cx="493212" cy="6183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DEEEF72-8384-0F19-4EC5-1CC1F01A0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269" y="2813502"/>
                <a:ext cx="493212" cy="6183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19F4701-C2DA-3DED-FE99-0A20920E0D26}"/>
              </a:ext>
            </a:extLst>
          </p:cNvPr>
          <p:cNvSpPr txBox="1"/>
          <p:nvPr/>
        </p:nvSpPr>
        <p:spPr>
          <a:xfrm>
            <a:off x="7602457" y="2018703"/>
            <a:ext cx="22377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Ewald Shell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391F30-547F-6A10-AAE6-EFF435098E15}"/>
              </a:ext>
            </a:extLst>
          </p:cNvPr>
          <p:cNvSpPr txBox="1"/>
          <p:nvPr/>
        </p:nvSpPr>
        <p:spPr>
          <a:xfrm>
            <a:off x="6634243" y="4243067"/>
            <a:ext cx="9682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Bragg </a:t>
            </a:r>
          </a:p>
          <a:p>
            <a:r>
              <a:rPr lang="en-US" sz="2000" dirty="0"/>
              <a:t>Sphere</a:t>
            </a:r>
          </a:p>
        </p:txBody>
      </p:sp>
    </p:spTree>
    <p:extLst>
      <p:ext uri="{BB962C8B-B14F-4D97-AF65-F5344CB8AC3E}">
        <p14:creationId xmlns:p14="http://schemas.microsoft.com/office/powerpoint/2010/main" val="193401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BD51110-7771-1C32-9094-88FA9E8CE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374" y="2476500"/>
            <a:ext cx="4381500" cy="4381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C912C9-CE2C-67FF-5F8B-27CF6908D9FC}"/>
                  </a:ext>
                </a:extLst>
              </p:cNvPr>
              <p:cNvSpPr txBox="1"/>
              <p:nvPr/>
            </p:nvSpPr>
            <p:spPr>
              <a:xfrm>
                <a:off x="7225885" y="1838920"/>
                <a:ext cx="113139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C912C9-CE2C-67FF-5F8B-27CF6908D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5885" y="1838920"/>
                <a:ext cx="1131399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076173C-53D9-B601-149E-5DFEA9697353}"/>
                  </a:ext>
                </a:extLst>
              </p:cNvPr>
              <p:cNvSpPr txBox="1"/>
              <p:nvPr/>
            </p:nvSpPr>
            <p:spPr>
              <a:xfrm>
                <a:off x="4964601" y="1772990"/>
                <a:ext cx="81881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076173C-53D9-B601-149E-5DFEA9697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4601" y="1772990"/>
                <a:ext cx="818814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481E46-0AD7-C5E0-693E-AAAAB47D0924}"/>
                  </a:ext>
                </a:extLst>
              </p:cNvPr>
              <p:cNvSpPr txBox="1"/>
              <p:nvPr/>
            </p:nvSpPr>
            <p:spPr>
              <a:xfrm>
                <a:off x="3771706" y="2927448"/>
                <a:ext cx="61266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481E46-0AD7-C5E0-693E-AAAAB47D0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706" y="2927448"/>
                <a:ext cx="612668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5B443BA-F264-A6E4-6F8C-F28EB3AC67AD}"/>
                  </a:ext>
                </a:extLst>
              </p:cNvPr>
              <p:cNvSpPr txBox="1"/>
              <p:nvPr/>
            </p:nvSpPr>
            <p:spPr>
              <a:xfrm>
                <a:off x="3771706" y="5337273"/>
                <a:ext cx="61266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5B443BA-F264-A6E4-6F8C-F28EB3AC6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1706" y="5337273"/>
                <a:ext cx="612668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122B48-8C38-2077-B26C-5831A35CEEB5}"/>
                  </a:ext>
                </a:extLst>
              </p:cNvPr>
              <p:cNvSpPr txBox="1"/>
              <p:nvPr/>
            </p:nvSpPr>
            <p:spPr>
              <a:xfrm>
                <a:off x="3466654" y="4132360"/>
                <a:ext cx="61138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E122B48-8C38-2077-B26C-5831A35CE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654" y="4132360"/>
                <a:ext cx="611386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8960E8-BC1C-51BD-9FBF-917057A629AC}"/>
                  </a:ext>
                </a:extLst>
              </p:cNvPr>
              <p:cNvSpPr txBox="1"/>
              <p:nvPr/>
            </p:nvSpPr>
            <p:spPr>
              <a:xfrm>
                <a:off x="6205909" y="1069479"/>
                <a:ext cx="97065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8960E8-BC1C-51BD-9FBF-917057A62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909" y="1069479"/>
                <a:ext cx="970650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12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16</Words>
  <Application>Microsoft Office PowerPoint</Application>
  <PresentationFormat>Widescreen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Beckwitt</dc:creator>
  <cp:lastModifiedBy>Beckwitt, David (MU-Student)</cp:lastModifiedBy>
  <cp:revision>1</cp:revision>
  <dcterms:created xsi:type="dcterms:W3CDTF">2026-03-30T21:31:58Z</dcterms:created>
  <dcterms:modified xsi:type="dcterms:W3CDTF">2026-05-27T00:16:06Z</dcterms:modified>
</cp:coreProperties>
</file>