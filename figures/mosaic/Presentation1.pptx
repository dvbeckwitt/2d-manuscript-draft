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6BD2F8-9796-44B2-B151-07EE76050C9D}" v="5" dt="2026-03-30T22:00:02.5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>
        <p:scale>
          <a:sx n="300" d="100"/>
          <a:sy n="300" d="100"/>
        </p:scale>
        <p:origin x="-6708" y="-44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57D9DEFD-F524-4538-9D6E-E6BFB28CA184}"/>
    <pc:docChg chg="undo custSel modSld">
      <pc:chgData name="David Beckwitt" userId="bdca50846bee3b35" providerId="LiveId" clId="{57D9DEFD-F524-4538-9D6E-E6BFB28CA184}" dt="2026-03-30T22:00:02.047" v="15" actId="1076"/>
      <pc:docMkLst>
        <pc:docMk/>
      </pc:docMkLst>
      <pc:sldChg chg="addSp modSp mod">
        <pc:chgData name="David Beckwitt" userId="bdca50846bee3b35" providerId="LiveId" clId="{57D9DEFD-F524-4538-9D6E-E6BFB28CA184}" dt="2026-03-30T22:00:02.047" v="15" actId="1076"/>
        <pc:sldMkLst>
          <pc:docMk/>
          <pc:sldMk cId="193401497" sldId="256"/>
        </pc:sldMkLst>
        <pc:cxnChg chg="add mod">
          <ac:chgData name="David Beckwitt" userId="bdca50846bee3b35" providerId="LiveId" clId="{57D9DEFD-F524-4538-9D6E-E6BFB28CA184}" dt="2026-03-30T22:00:00.970" v="11" actId="14100"/>
          <ac:cxnSpMkLst>
            <pc:docMk/>
            <pc:sldMk cId="193401497" sldId="256"/>
            <ac:cxnSpMk id="2" creationId="{0282A143-7C11-D528-4009-5F38FB168DE0}"/>
          </ac:cxnSpMkLst>
        </pc:cxnChg>
        <pc:cxnChg chg="add mod">
          <ac:chgData name="David Beckwitt" userId="bdca50846bee3b35" providerId="LiveId" clId="{57D9DEFD-F524-4538-9D6E-E6BFB28CA184}" dt="2026-03-30T22:00:02.047" v="15" actId="1076"/>
          <ac:cxnSpMkLst>
            <pc:docMk/>
            <pc:sldMk cId="193401497" sldId="256"/>
            <ac:cxnSpMk id="4" creationId="{EC1E80E2-9D85-18F3-04E1-C0320A11D8F8}"/>
          </ac:cxnSpMkLst>
        </pc:cxnChg>
        <pc:cxnChg chg="add mod">
          <ac:chgData name="David Beckwitt" userId="bdca50846bee3b35" providerId="LiveId" clId="{57D9DEFD-F524-4538-9D6E-E6BFB28CA184}" dt="2026-03-30T22:00:01.538" v="14" actId="1076"/>
          <ac:cxnSpMkLst>
            <pc:docMk/>
            <pc:sldMk cId="193401497" sldId="256"/>
            <ac:cxnSpMk id="5" creationId="{A8A7BA03-00C5-C21B-EEE1-795CBD6BD8B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9BA9B-B54F-043F-C584-8A964B7C8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538CEE-6353-1E88-85DD-FE5D3DCB0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4C565-1FB8-DFA3-5851-8E7AF0A81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D8A25-1EC1-9D13-252B-95E0BBBB5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9587C-C3BD-2380-403B-96023C878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40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053DC-2BEB-9DFB-C6FA-EC5516AEB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E1E57-2105-75C7-CA5A-5E8F3FA86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E2181-D104-5BCB-9A49-4957EC677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B105A-2490-BD46-242F-FC27380D7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2DEB6-2427-C7DE-79BE-02B4739E4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37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74E22-E9F0-7FA5-F070-E22F6BAC0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3A8587-04FD-6250-D2D5-899ABD061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122A2-888D-C7C6-4F2C-4D712A97A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ECA892-E89F-9B4E-E367-9FA3A53B0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964AC-5DE7-DA3E-825B-A00930673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96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932E7-BE1A-24AF-A198-CA9ADA75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93BF2-3264-52B2-0893-A4AD3ED46A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8FE1D-45D5-B31C-3F4B-58A4B24B9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C213E-3E41-CF96-6F7F-FF190D20C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D808C-058C-52A1-DC49-46A16535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9E5F5F-1FCE-A848-2B79-D7662DC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71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8ABF-D9BD-A948-0687-E9DE1041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BF436-DCB4-DA68-3F99-09E7842FB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E78236-CD3F-A5B8-B97A-B6410E6E8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50A264-F0AC-C636-11AD-0662184258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F3F8A-FD9C-AE44-A5C7-25DD1EBDB2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CE4FC1-4EC2-9C05-45BD-10E71E99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C175BC-A380-B32D-615D-5149D7BAD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237E02-8A9B-82D6-7928-DE7AA63ED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59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F11D8-7C1D-3249-EA0D-05B1D433B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FE9D-ADF2-5418-932C-9325E925C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79AC14-6B84-A724-8847-5335E202A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D0FF3F-D0AA-5324-CD78-45E41401F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159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253DEB-1A65-CED2-3B67-3753055E1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BAA8DE-B8A3-DCE3-8D79-A9437A1FF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1A1BE-57E7-CAD5-A7B9-F2ADBE0FA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105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FF94-BE85-579E-7181-E2B8BD229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811AE-E257-4726-05BC-FE1478DAE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19E3A0-DD37-7303-818A-9EA134A46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45891-4F52-50B7-CEF8-E328AC981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2BE2-F359-3F86-D788-089C7981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FB0C32-8C80-C3BC-E67A-CB9C2BC3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89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A734-AE37-B36D-05A7-EAE5FCD6F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2E92EE-CB1E-778E-7762-7AAB210D8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9416B2-6384-4EAC-B294-217E0643F9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5505C-0708-FF82-B8AB-40B2F50E2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2E092-6340-3B91-F9E6-A0B7E2AC5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8E257-5420-B5B7-78C7-C5AB5D552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299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04110-6A57-8ED8-F2B0-741C02ED1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B222C8-2336-21DC-27FE-77CEF55F9E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4BE31-4129-A5A9-B8E4-131882D53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030B4-A3DB-CE34-E5CB-5406D04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7DA2C-50A1-059F-CFB0-83659A925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7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A99836-6CF2-1FA3-3114-2AEC8C56B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DC2DD8-E530-2A9C-43F1-DB4AFC63CA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25C0D-B567-854D-2C1B-BCCC163FA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DAEC5B-54F9-0280-C356-9BE10774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36D08-9003-61FE-7215-ACED8E2B7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501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F3D62-F78D-ACE3-C850-48F14D7DE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FFACF-4EAA-745F-BA4C-8C3B48BA4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9A30F-B07D-5C81-E375-4030C92B7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AC1D5-CE9F-46E2-B0D3-6285187F5442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711ED-AA16-B994-FF73-B5487E457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D3FDE-7F7B-95E0-DAF1-47276FA135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68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CC1235A-5E43-89F5-6F72-B3A24CDF8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7254" y="2596063"/>
            <a:ext cx="999746" cy="149961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F9E35B7-8418-4993-DCEC-9C13BC0784F4}"/>
              </a:ext>
            </a:extLst>
          </p:cNvPr>
          <p:cNvSpPr/>
          <p:nvPr/>
        </p:nvSpPr>
        <p:spPr>
          <a:xfrm>
            <a:off x="5000625" y="3008313"/>
            <a:ext cx="200025" cy="10366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61ACD1-97A4-7395-D90F-4F4F69B89BBF}"/>
              </a:ext>
            </a:extLst>
          </p:cNvPr>
          <p:cNvSpPr/>
          <p:nvPr/>
        </p:nvSpPr>
        <p:spPr>
          <a:xfrm>
            <a:off x="5619750" y="2860675"/>
            <a:ext cx="276613" cy="11620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25FFE2-276E-1B56-4CCB-651E90AC1637}"/>
              </a:ext>
            </a:extLst>
          </p:cNvPr>
          <p:cNvSpPr txBox="1"/>
          <p:nvPr/>
        </p:nvSpPr>
        <p:spPr>
          <a:xfrm>
            <a:off x="4896772" y="272573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EF3B6C-6A99-23CF-C124-3BE282F923EB}"/>
              </a:ext>
            </a:extLst>
          </p:cNvPr>
          <p:cNvSpPr txBox="1"/>
          <p:nvPr/>
        </p:nvSpPr>
        <p:spPr>
          <a:xfrm>
            <a:off x="5518134" y="257175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7CB557-85BC-D489-91F1-160BAC6C3ED3}"/>
              </a:ext>
            </a:extLst>
          </p:cNvPr>
          <p:cNvCxnSpPr/>
          <p:nvPr/>
        </p:nvCxnSpPr>
        <p:spPr>
          <a:xfrm flipV="1">
            <a:off x="4875212" y="3681413"/>
            <a:ext cx="0" cy="4142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8B11892-C12D-4C8B-E0B9-8593B582C359}"/>
              </a:ext>
            </a:extLst>
          </p:cNvPr>
          <p:cNvCxnSpPr>
            <a:cxnSpLocks/>
          </p:cNvCxnSpPr>
          <p:nvPr/>
        </p:nvCxnSpPr>
        <p:spPr>
          <a:xfrm>
            <a:off x="4917254" y="4135369"/>
            <a:ext cx="4794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698F77-EC7A-7500-BA89-26B5D8B08236}"/>
                  </a:ext>
                </a:extLst>
              </p:cNvPr>
              <p:cNvSpPr txBox="1"/>
              <p:nvPr/>
            </p:nvSpPr>
            <p:spPr>
              <a:xfrm>
                <a:off x="4670960" y="3472265"/>
                <a:ext cx="34990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698F77-EC7A-7500-BA89-26B5D8B08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0960" y="3472265"/>
                <a:ext cx="349904" cy="246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651F-0561-43A5-2C7E-EB9F56D26062}"/>
                  </a:ext>
                </a:extLst>
              </p:cNvPr>
              <p:cNvSpPr txBox="1"/>
              <p:nvPr/>
            </p:nvSpPr>
            <p:spPr>
              <a:xfrm>
                <a:off x="5295250" y="4022725"/>
                <a:ext cx="35080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651F-0561-43A5-2C7E-EB9F56D26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250" y="4022725"/>
                <a:ext cx="350801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282A143-7C11-D528-4009-5F38FB168DE0}"/>
              </a:ext>
            </a:extLst>
          </p:cNvPr>
          <p:cNvCxnSpPr>
            <a:cxnSpLocks/>
          </p:cNvCxnSpPr>
          <p:nvPr/>
        </p:nvCxnSpPr>
        <p:spPr>
          <a:xfrm flipH="1">
            <a:off x="5149850" y="3681413"/>
            <a:ext cx="220663" cy="20713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01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Beckwitt</dc:creator>
  <cp:lastModifiedBy>David Beckwitt</cp:lastModifiedBy>
  <cp:revision>1</cp:revision>
  <dcterms:created xsi:type="dcterms:W3CDTF">2026-03-30T21:31:58Z</dcterms:created>
  <dcterms:modified xsi:type="dcterms:W3CDTF">2026-03-30T22:00:12Z</dcterms:modified>
</cp:coreProperties>
</file>